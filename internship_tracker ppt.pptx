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86" r:id="rId2"/>
    <p:sldId id="278" r:id="rId3"/>
    <p:sldId id="257" r:id="rId4"/>
    <p:sldId id="321" r:id="rId5"/>
    <p:sldId id="322" r:id="rId6"/>
    <p:sldId id="323" r:id="rId7"/>
    <p:sldId id="324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39" r:id="rId20"/>
    <p:sldId id="340" r:id="rId21"/>
    <p:sldId id="327" r:id="rId2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3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D4D960-D797-4622-8B94-C95C960867A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FD0E5F2-BA4A-45F8-AAA1-AC93D78EBAB4}">
      <dgm:prSet/>
      <dgm:spPr/>
      <dgm:t>
        <a:bodyPr/>
        <a:lstStyle/>
        <a:p>
          <a:r>
            <a:rPr lang="en-US"/>
            <a:t>We studied the following platforms:</a:t>
          </a:r>
        </a:p>
      </dgm:t>
    </dgm:pt>
    <dgm:pt modelId="{5736B555-59B6-4941-A13C-90095375380A}" type="parTrans" cxnId="{41C2883E-D74E-47EE-98E8-4BA8D8422D52}">
      <dgm:prSet/>
      <dgm:spPr/>
      <dgm:t>
        <a:bodyPr/>
        <a:lstStyle/>
        <a:p>
          <a:endParaRPr lang="en-US"/>
        </a:p>
      </dgm:t>
    </dgm:pt>
    <dgm:pt modelId="{4263BAF1-BF46-4DDB-A409-674E06FBF287}" type="sibTrans" cxnId="{41C2883E-D74E-47EE-98E8-4BA8D8422D52}">
      <dgm:prSet/>
      <dgm:spPr/>
      <dgm:t>
        <a:bodyPr/>
        <a:lstStyle/>
        <a:p>
          <a:endParaRPr lang="en-US"/>
        </a:p>
      </dgm:t>
    </dgm:pt>
    <dgm:pt modelId="{6D6D6D55-6903-4139-83C2-5BAA5DF3EBA0}">
      <dgm:prSet/>
      <dgm:spPr/>
      <dgm:t>
        <a:bodyPr/>
        <a:lstStyle/>
        <a:p>
          <a:r>
            <a:rPr lang="en-US"/>
            <a:t>Internshala</a:t>
          </a:r>
        </a:p>
      </dgm:t>
    </dgm:pt>
    <dgm:pt modelId="{55D38103-3E32-4631-B9EF-9B95EF163EB6}" type="parTrans" cxnId="{2BD00B58-B6DF-4F3F-982C-62F5692A54FE}">
      <dgm:prSet/>
      <dgm:spPr/>
      <dgm:t>
        <a:bodyPr/>
        <a:lstStyle/>
        <a:p>
          <a:endParaRPr lang="en-US"/>
        </a:p>
      </dgm:t>
    </dgm:pt>
    <dgm:pt modelId="{8720C488-A72A-4AF6-99BE-9D7055439D5A}" type="sibTrans" cxnId="{2BD00B58-B6DF-4F3F-982C-62F5692A54FE}">
      <dgm:prSet/>
      <dgm:spPr/>
      <dgm:t>
        <a:bodyPr/>
        <a:lstStyle/>
        <a:p>
          <a:endParaRPr lang="en-US"/>
        </a:p>
      </dgm:t>
    </dgm:pt>
    <dgm:pt modelId="{D4BE709E-3868-401A-96B2-42249E0A4E42}">
      <dgm:prSet/>
      <dgm:spPr/>
      <dgm:t>
        <a:bodyPr/>
        <a:lstStyle/>
        <a:p>
          <a:r>
            <a:rPr lang="en-US"/>
            <a:t>Handshake</a:t>
          </a:r>
        </a:p>
      </dgm:t>
    </dgm:pt>
    <dgm:pt modelId="{0A759484-CFBB-4A6A-9BCE-F022062C03EB}" type="parTrans" cxnId="{DFE7A9AB-7AB4-42B5-A86F-4A247650DD4E}">
      <dgm:prSet/>
      <dgm:spPr/>
      <dgm:t>
        <a:bodyPr/>
        <a:lstStyle/>
        <a:p>
          <a:endParaRPr lang="en-US"/>
        </a:p>
      </dgm:t>
    </dgm:pt>
    <dgm:pt modelId="{4F4B952F-40E4-4E54-A928-A8E6FDD1D98B}" type="sibTrans" cxnId="{DFE7A9AB-7AB4-42B5-A86F-4A247650DD4E}">
      <dgm:prSet/>
      <dgm:spPr/>
      <dgm:t>
        <a:bodyPr/>
        <a:lstStyle/>
        <a:p>
          <a:endParaRPr lang="en-US"/>
        </a:p>
      </dgm:t>
    </dgm:pt>
    <dgm:pt modelId="{1782BCAA-042F-4FAE-93A7-68D8621B8DBC}">
      <dgm:prSet/>
      <dgm:spPr/>
      <dgm:t>
        <a:bodyPr/>
        <a:lstStyle/>
        <a:p>
          <a:r>
            <a:rPr lang="en-US"/>
            <a:t>ImBlaze</a:t>
          </a:r>
        </a:p>
      </dgm:t>
    </dgm:pt>
    <dgm:pt modelId="{18248962-6693-4D69-BFDD-28851E5E722C}" type="parTrans" cxnId="{7B362850-3C0F-45BC-8BB4-CACDAE68432C}">
      <dgm:prSet/>
      <dgm:spPr/>
      <dgm:t>
        <a:bodyPr/>
        <a:lstStyle/>
        <a:p>
          <a:endParaRPr lang="en-US"/>
        </a:p>
      </dgm:t>
    </dgm:pt>
    <dgm:pt modelId="{90CB5C89-AF80-4E9E-9072-F57105E15C3C}" type="sibTrans" cxnId="{7B362850-3C0F-45BC-8BB4-CACDAE68432C}">
      <dgm:prSet/>
      <dgm:spPr/>
      <dgm:t>
        <a:bodyPr/>
        <a:lstStyle/>
        <a:p>
          <a:endParaRPr lang="en-US"/>
        </a:p>
      </dgm:t>
    </dgm:pt>
    <dgm:pt modelId="{7DF0A2DB-C675-42F2-8618-F8E3695F1A66}">
      <dgm:prSet/>
      <dgm:spPr/>
      <dgm:t>
        <a:bodyPr/>
        <a:lstStyle/>
        <a:p>
          <a:r>
            <a:rPr lang="en-US"/>
            <a:t>OpenWater</a:t>
          </a:r>
        </a:p>
      </dgm:t>
    </dgm:pt>
    <dgm:pt modelId="{D7206409-E510-4C10-AF06-D7D84AAB601F}" type="parTrans" cxnId="{B7044EE2-2452-4AAA-98A3-1F929568F524}">
      <dgm:prSet/>
      <dgm:spPr/>
      <dgm:t>
        <a:bodyPr/>
        <a:lstStyle/>
        <a:p>
          <a:endParaRPr lang="en-US"/>
        </a:p>
      </dgm:t>
    </dgm:pt>
    <dgm:pt modelId="{DB9764CC-CCFD-4819-9574-9F85A9942D1B}" type="sibTrans" cxnId="{B7044EE2-2452-4AAA-98A3-1F929568F524}">
      <dgm:prSet/>
      <dgm:spPr/>
      <dgm:t>
        <a:bodyPr/>
        <a:lstStyle/>
        <a:p>
          <a:endParaRPr lang="en-US"/>
        </a:p>
      </dgm:t>
    </dgm:pt>
    <dgm:pt modelId="{A63C709E-9EEB-4CB6-B0F9-4D1ED4578864}">
      <dgm:prSet/>
      <dgm:spPr/>
      <dgm:t>
        <a:bodyPr/>
        <a:lstStyle/>
        <a:p>
          <a:r>
            <a:rPr lang="en-US"/>
            <a:t>GoSprout</a:t>
          </a:r>
        </a:p>
      </dgm:t>
    </dgm:pt>
    <dgm:pt modelId="{65E206FF-3A80-42C1-AE15-11A8C1BE3251}" type="parTrans" cxnId="{E56F0B59-F7F7-492C-9D6D-4BEF345E2571}">
      <dgm:prSet/>
      <dgm:spPr/>
      <dgm:t>
        <a:bodyPr/>
        <a:lstStyle/>
        <a:p>
          <a:endParaRPr lang="en-US"/>
        </a:p>
      </dgm:t>
    </dgm:pt>
    <dgm:pt modelId="{196A2B4D-8A20-4BA6-B6B7-E231DAE02FCA}" type="sibTrans" cxnId="{E56F0B59-F7F7-492C-9D6D-4BEF345E2571}">
      <dgm:prSet/>
      <dgm:spPr/>
      <dgm:t>
        <a:bodyPr/>
        <a:lstStyle/>
        <a:p>
          <a:endParaRPr lang="en-US"/>
        </a:p>
      </dgm:t>
    </dgm:pt>
    <dgm:pt modelId="{005531CC-3B0C-421B-85FA-8317789D5912}">
      <dgm:prSet/>
      <dgm:spPr/>
      <dgm:t>
        <a:bodyPr/>
        <a:lstStyle/>
        <a:p>
          <a:r>
            <a:rPr lang="en-US"/>
            <a:t>These platforms help manage internships but still have certain limitations.</a:t>
          </a:r>
        </a:p>
      </dgm:t>
    </dgm:pt>
    <dgm:pt modelId="{36197287-A9D8-4B92-8CDA-E2253A6C106E}" type="parTrans" cxnId="{3FC66742-A56B-4464-8537-1C1DBE4904E0}">
      <dgm:prSet/>
      <dgm:spPr/>
      <dgm:t>
        <a:bodyPr/>
        <a:lstStyle/>
        <a:p>
          <a:endParaRPr lang="en-US"/>
        </a:p>
      </dgm:t>
    </dgm:pt>
    <dgm:pt modelId="{09B20F17-9279-426E-A019-64A3C3A027F6}" type="sibTrans" cxnId="{3FC66742-A56B-4464-8537-1C1DBE4904E0}">
      <dgm:prSet/>
      <dgm:spPr/>
      <dgm:t>
        <a:bodyPr/>
        <a:lstStyle/>
        <a:p>
          <a:endParaRPr lang="en-US"/>
        </a:p>
      </dgm:t>
    </dgm:pt>
    <dgm:pt modelId="{53745512-43EF-4A7B-8770-D29CACA6073B}" type="pres">
      <dgm:prSet presAssocID="{79D4D960-D797-4622-8B94-C95C960867AE}" presName="linear" presStyleCnt="0">
        <dgm:presLayoutVars>
          <dgm:animLvl val="lvl"/>
          <dgm:resizeHandles val="exact"/>
        </dgm:presLayoutVars>
      </dgm:prSet>
      <dgm:spPr/>
    </dgm:pt>
    <dgm:pt modelId="{858F07F7-4A17-4038-819A-28699A6BA357}" type="pres">
      <dgm:prSet presAssocID="{AFD0E5F2-BA4A-45F8-AAA1-AC93D78EBAB4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E3BD1F25-22D5-4446-A877-AEE3CE687FDD}" type="pres">
      <dgm:prSet presAssocID="{4263BAF1-BF46-4DDB-A409-674E06FBF287}" presName="spacer" presStyleCnt="0"/>
      <dgm:spPr/>
    </dgm:pt>
    <dgm:pt modelId="{000DAD7B-F549-4133-9088-6518EC71157A}" type="pres">
      <dgm:prSet presAssocID="{6D6D6D55-6903-4139-83C2-5BAA5DF3EBA0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167F66E2-4D98-4BC1-859B-A983E7AB1D38}" type="pres">
      <dgm:prSet presAssocID="{8720C488-A72A-4AF6-99BE-9D7055439D5A}" presName="spacer" presStyleCnt="0"/>
      <dgm:spPr/>
    </dgm:pt>
    <dgm:pt modelId="{C56A710D-5984-4137-8CA0-EF618A8E127B}" type="pres">
      <dgm:prSet presAssocID="{D4BE709E-3868-401A-96B2-42249E0A4E42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AFF75B2-3D12-4B78-B914-8E5F6B58F15E}" type="pres">
      <dgm:prSet presAssocID="{4F4B952F-40E4-4E54-A928-A8E6FDD1D98B}" presName="spacer" presStyleCnt="0"/>
      <dgm:spPr/>
    </dgm:pt>
    <dgm:pt modelId="{DA266AAC-E182-4783-9CA1-1DC434C5C90F}" type="pres">
      <dgm:prSet presAssocID="{1782BCAA-042F-4FAE-93A7-68D8621B8DBC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B528E3E4-A5DA-4E1F-870D-CA945E065C36}" type="pres">
      <dgm:prSet presAssocID="{90CB5C89-AF80-4E9E-9072-F57105E15C3C}" presName="spacer" presStyleCnt="0"/>
      <dgm:spPr/>
    </dgm:pt>
    <dgm:pt modelId="{9F2B3FFD-2DA1-45AE-B2AC-34E02A18CBB3}" type="pres">
      <dgm:prSet presAssocID="{7DF0A2DB-C675-42F2-8618-F8E3695F1A6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A01BB80-AA88-44EA-8B3A-810AC8021ACF}" type="pres">
      <dgm:prSet presAssocID="{DB9764CC-CCFD-4819-9574-9F85A9942D1B}" presName="spacer" presStyleCnt="0"/>
      <dgm:spPr/>
    </dgm:pt>
    <dgm:pt modelId="{4D06F189-30EB-497A-8FC5-6775CAEC10E6}" type="pres">
      <dgm:prSet presAssocID="{A63C709E-9EEB-4CB6-B0F9-4D1ED457886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731AF846-025B-4D06-8ABC-64BF2879D25B}" type="pres">
      <dgm:prSet presAssocID="{196A2B4D-8A20-4BA6-B6B7-E231DAE02FCA}" presName="spacer" presStyleCnt="0"/>
      <dgm:spPr/>
    </dgm:pt>
    <dgm:pt modelId="{7816626D-A814-4397-BBCE-89E9CCEE86F9}" type="pres">
      <dgm:prSet presAssocID="{005531CC-3B0C-421B-85FA-8317789D5912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41C2883E-D74E-47EE-98E8-4BA8D8422D52}" srcId="{79D4D960-D797-4622-8B94-C95C960867AE}" destId="{AFD0E5F2-BA4A-45F8-AAA1-AC93D78EBAB4}" srcOrd="0" destOrd="0" parTransId="{5736B555-59B6-4941-A13C-90095375380A}" sibTransId="{4263BAF1-BF46-4DDB-A409-674E06FBF287}"/>
    <dgm:cxn modelId="{3FC66742-A56B-4464-8537-1C1DBE4904E0}" srcId="{79D4D960-D797-4622-8B94-C95C960867AE}" destId="{005531CC-3B0C-421B-85FA-8317789D5912}" srcOrd="6" destOrd="0" parTransId="{36197287-A9D8-4B92-8CDA-E2253A6C106E}" sibTransId="{09B20F17-9279-426E-A019-64A3C3A027F6}"/>
    <dgm:cxn modelId="{5928126A-FC22-4DE9-B4E8-703E7DB53AEF}" type="presOf" srcId="{79D4D960-D797-4622-8B94-C95C960867AE}" destId="{53745512-43EF-4A7B-8770-D29CACA6073B}" srcOrd="0" destOrd="0" presId="urn:microsoft.com/office/officeart/2005/8/layout/vList2"/>
    <dgm:cxn modelId="{B88E9E6D-91F9-4533-9AFE-29EB8FB81D28}" type="presOf" srcId="{D4BE709E-3868-401A-96B2-42249E0A4E42}" destId="{C56A710D-5984-4137-8CA0-EF618A8E127B}" srcOrd="0" destOrd="0" presId="urn:microsoft.com/office/officeart/2005/8/layout/vList2"/>
    <dgm:cxn modelId="{7B362850-3C0F-45BC-8BB4-CACDAE68432C}" srcId="{79D4D960-D797-4622-8B94-C95C960867AE}" destId="{1782BCAA-042F-4FAE-93A7-68D8621B8DBC}" srcOrd="3" destOrd="0" parTransId="{18248962-6693-4D69-BFDD-28851E5E722C}" sibTransId="{90CB5C89-AF80-4E9E-9072-F57105E15C3C}"/>
    <dgm:cxn modelId="{FBA47475-14F9-4479-B322-06956835C052}" type="presOf" srcId="{1782BCAA-042F-4FAE-93A7-68D8621B8DBC}" destId="{DA266AAC-E182-4783-9CA1-1DC434C5C90F}" srcOrd="0" destOrd="0" presId="urn:microsoft.com/office/officeart/2005/8/layout/vList2"/>
    <dgm:cxn modelId="{2BD00B58-B6DF-4F3F-982C-62F5692A54FE}" srcId="{79D4D960-D797-4622-8B94-C95C960867AE}" destId="{6D6D6D55-6903-4139-83C2-5BAA5DF3EBA0}" srcOrd="1" destOrd="0" parTransId="{55D38103-3E32-4631-B9EF-9B95EF163EB6}" sibTransId="{8720C488-A72A-4AF6-99BE-9D7055439D5A}"/>
    <dgm:cxn modelId="{E56F0B59-F7F7-492C-9D6D-4BEF345E2571}" srcId="{79D4D960-D797-4622-8B94-C95C960867AE}" destId="{A63C709E-9EEB-4CB6-B0F9-4D1ED4578864}" srcOrd="5" destOrd="0" parTransId="{65E206FF-3A80-42C1-AE15-11A8C1BE3251}" sibTransId="{196A2B4D-8A20-4BA6-B6B7-E231DAE02FCA}"/>
    <dgm:cxn modelId="{18CE89A3-BE23-4184-B14C-624A173EFF20}" type="presOf" srcId="{005531CC-3B0C-421B-85FA-8317789D5912}" destId="{7816626D-A814-4397-BBCE-89E9CCEE86F9}" srcOrd="0" destOrd="0" presId="urn:microsoft.com/office/officeart/2005/8/layout/vList2"/>
    <dgm:cxn modelId="{DFE7A9AB-7AB4-42B5-A86F-4A247650DD4E}" srcId="{79D4D960-D797-4622-8B94-C95C960867AE}" destId="{D4BE709E-3868-401A-96B2-42249E0A4E42}" srcOrd="2" destOrd="0" parTransId="{0A759484-CFBB-4A6A-9BCE-F022062C03EB}" sibTransId="{4F4B952F-40E4-4E54-A928-A8E6FDD1D98B}"/>
    <dgm:cxn modelId="{AF8B78B0-758A-453C-9B58-830E15BEDCB4}" type="presOf" srcId="{AFD0E5F2-BA4A-45F8-AAA1-AC93D78EBAB4}" destId="{858F07F7-4A17-4038-819A-28699A6BA357}" srcOrd="0" destOrd="0" presId="urn:microsoft.com/office/officeart/2005/8/layout/vList2"/>
    <dgm:cxn modelId="{9A0D30BC-43C4-48A1-8DE6-42C796C424C4}" type="presOf" srcId="{6D6D6D55-6903-4139-83C2-5BAA5DF3EBA0}" destId="{000DAD7B-F549-4133-9088-6518EC71157A}" srcOrd="0" destOrd="0" presId="urn:microsoft.com/office/officeart/2005/8/layout/vList2"/>
    <dgm:cxn modelId="{B7044EE2-2452-4AAA-98A3-1F929568F524}" srcId="{79D4D960-D797-4622-8B94-C95C960867AE}" destId="{7DF0A2DB-C675-42F2-8618-F8E3695F1A66}" srcOrd="4" destOrd="0" parTransId="{D7206409-E510-4C10-AF06-D7D84AAB601F}" sibTransId="{DB9764CC-CCFD-4819-9574-9F85A9942D1B}"/>
    <dgm:cxn modelId="{FA7581F2-9CE3-4A26-9374-5CB3472F3B5A}" type="presOf" srcId="{A63C709E-9EEB-4CB6-B0F9-4D1ED4578864}" destId="{4D06F189-30EB-497A-8FC5-6775CAEC10E6}" srcOrd="0" destOrd="0" presId="urn:microsoft.com/office/officeart/2005/8/layout/vList2"/>
    <dgm:cxn modelId="{010C8AF6-E5FB-4E12-800D-E4EEF950D225}" type="presOf" srcId="{7DF0A2DB-C675-42F2-8618-F8E3695F1A66}" destId="{9F2B3FFD-2DA1-45AE-B2AC-34E02A18CBB3}" srcOrd="0" destOrd="0" presId="urn:microsoft.com/office/officeart/2005/8/layout/vList2"/>
    <dgm:cxn modelId="{7B9F03CA-96F6-4BFC-AF10-1AE7002E04C8}" type="presParOf" srcId="{53745512-43EF-4A7B-8770-D29CACA6073B}" destId="{858F07F7-4A17-4038-819A-28699A6BA357}" srcOrd="0" destOrd="0" presId="urn:microsoft.com/office/officeart/2005/8/layout/vList2"/>
    <dgm:cxn modelId="{56FA8B44-C3BC-4DA4-ACCC-806344EC46B4}" type="presParOf" srcId="{53745512-43EF-4A7B-8770-D29CACA6073B}" destId="{E3BD1F25-22D5-4446-A877-AEE3CE687FDD}" srcOrd="1" destOrd="0" presId="urn:microsoft.com/office/officeart/2005/8/layout/vList2"/>
    <dgm:cxn modelId="{05DB68EA-7AB6-4F41-B375-9B92816B82E7}" type="presParOf" srcId="{53745512-43EF-4A7B-8770-D29CACA6073B}" destId="{000DAD7B-F549-4133-9088-6518EC71157A}" srcOrd="2" destOrd="0" presId="urn:microsoft.com/office/officeart/2005/8/layout/vList2"/>
    <dgm:cxn modelId="{1D61260C-C925-496F-A36F-689D2494ACB7}" type="presParOf" srcId="{53745512-43EF-4A7B-8770-D29CACA6073B}" destId="{167F66E2-4D98-4BC1-859B-A983E7AB1D38}" srcOrd="3" destOrd="0" presId="urn:microsoft.com/office/officeart/2005/8/layout/vList2"/>
    <dgm:cxn modelId="{02E8F7C1-5E79-4AC1-BF05-4CBE3DDEB559}" type="presParOf" srcId="{53745512-43EF-4A7B-8770-D29CACA6073B}" destId="{C56A710D-5984-4137-8CA0-EF618A8E127B}" srcOrd="4" destOrd="0" presId="urn:microsoft.com/office/officeart/2005/8/layout/vList2"/>
    <dgm:cxn modelId="{26B8BD6C-FE6F-4A57-B323-6909DB906DB8}" type="presParOf" srcId="{53745512-43EF-4A7B-8770-D29CACA6073B}" destId="{5AFF75B2-3D12-4B78-B914-8E5F6B58F15E}" srcOrd="5" destOrd="0" presId="urn:microsoft.com/office/officeart/2005/8/layout/vList2"/>
    <dgm:cxn modelId="{0CF4A2FF-A7ED-4632-A175-27AA6897A5C6}" type="presParOf" srcId="{53745512-43EF-4A7B-8770-D29CACA6073B}" destId="{DA266AAC-E182-4783-9CA1-1DC434C5C90F}" srcOrd="6" destOrd="0" presId="urn:microsoft.com/office/officeart/2005/8/layout/vList2"/>
    <dgm:cxn modelId="{D7D99282-5721-4291-8EA6-CE8C8EFF5591}" type="presParOf" srcId="{53745512-43EF-4A7B-8770-D29CACA6073B}" destId="{B528E3E4-A5DA-4E1F-870D-CA945E065C36}" srcOrd="7" destOrd="0" presId="urn:microsoft.com/office/officeart/2005/8/layout/vList2"/>
    <dgm:cxn modelId="{B06F6050-230C-4C42-A49C-79549D736175}" type="presParOf" srcId="{53745512-43EF-4A7B-8770-D29CACA6073B}" destId="{9F2B3FFD-2DA1-45AE-B2AC-34E02A18CBB3}" srcOrd="8" destOrd="0" presId="urn:microsoft.com/office/officeart/2005/8/layout/vList2"/>
    <dgm:cxn modelId="{8FBA4BEB-809F-47C5-B150-389EA14D0E7F}" type="presParOf" srcId="{53745512-43EF-4A7B-8770-D29CACA6073B}" destId="{1A01BB80-AA88-44EA-8B3A-810AC8021ACF}" srcOrd="9" destOrd="0" presId="urn:microsoft.com/office/officeart/2005/8/layout/vList2"/>
    <dgm:cxn modelId="{6340FB29-0E6F-490F-95DE-7299B8E4B59A}" type="presParOf" srcId="{53745512-43EF-4A7B-8770-D29CACA6073B}" destId="{4D06F189-30EB-497A-8FC5-6775CAEC10E6}" srcOrd="10" destOrd="0" presId="urn:microsoft.com/office/officeart/2005/8/layout/vList2"/>
    <dgm:cxn modelId="{F0AA863A-0DAF-43EB-A881-453B47ECA4FB}" type="presParOf" srcId="{53745512-43EF-4A7B-8770-D29CACA6073B}" destId="{731AF846-025B-4D06-8ABC-64BF2879D25B}" srcOrd="11" destOrd="0" presId="urn:microsoft.com/office/officeart/2005/8/layout/vList2"/>
    <dgm:cxn modelId="{95F78E51-1AC5-4680-B030-EC0E2B46EE56}" type="presParOf" srcId="{53745512-43EF-4A7B-8770-D29CACA6073B}" destId="{7816626D-A814-4397-BBCE-89E9CCEE86F9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A91627-2DF7-4034-A68F-04ACBE86EB22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93B426BF-6F54-40AB-9593-0B285AAEFD6D}">
      <dgm:prSet/>
      <dgm:spPr/>
      <dgm:t>
        <a:bodyPr/>
        <a:lstStyle/>
        <a:p>
          <a:endParaRPr lang="en-US" dirty="0"/>
        </a:p>
      </dgm:t>
    </dgm:pt>
    <dgm:pt modelId="{6A19A6D5-8525-4B19-8DA0-A3508436961A}" type="parTrans" cxnId="{8BDDAD0C-8771-402A-948D-D0BDE652046D}">
      <dgm:prSet/>
      <dgm:spPr/>
      <dgm:t>
        <a:bodyPr/>
        <a:lstStyle/>
        <a:p>
          <a:endParaRPr lang="en-US"/>
        </a:p>
      </dgm:t>
    </dgm:pt>
    <dgm:pt modelId="{172CDD82-9B23-43EE-9741-4CDE91A05428}" type="sibTrans" cxnId="{8BDDAD0C-8771-402A-948D-D0BDE652046D}">
      <dgm:prSet/>
      <dgm:spPr/>
      <dgm:t>
        <a:bodyPr/>
        <a:lstStyle/>
        <a:p>
          <a:endParaRPr lang="en-US"/>
        </a:p>
      </dgm:t>
    </dgm:pt>
    <dgm:pt modelId="{B77137EA-2E91-4209-8D2F-8119F4E61C8C}">
      <dgm:prSet/>
      <dgm:spPr/>
      <dgm:t>
        <a:bodyPr/>
        <a:lstStyle/>
        <a:p>
          <a:r>
            <a:rPr lang="en-US" b="1"/>
            <a:t>Current Challenges:</a:t>
          </a:r>
          <a:endParaRPr lang="en-US"/>
        </a:p>
      </dgm:t>
    </dgm:pt>
    <dgm:pt modelId="{81BCC055-3151-4510-8140-8DE5ABCD0DF0}" type="parTrans" cxnId="{13268A7E-9ED1-440C-9B7F-E91B8B6CE48A}">
      <dgm:prSet/>
      <dgm:spPr/>
      <dgm:t>
        <a:bodyPr/>
        <a:lstStyle/>
        <a:p>
          <a:endParaRPr lang="en-US"/>
        </a:p>
      </dgm:t>
    </dgm:pt>
    <dgm:pt modelId="{CDD9AB22-4A10-4AEF-9FA1-AFF62903325A}" type="sibTrans" cxnId="{13268A7E-9ED1-440C-9B7F-E91B8B6CE48A}">
      <dgm:prSet/>
      <dgm:spPr/>
      <dgm:t>
        <a:bodyPr/>
        <a:lstStyle/>
        <a:p>
          <a:endParaRPr lang="en-US"/>
        </a:p>
      </dgm:t>
    </dgm:pt>
    <dgm:pt modelId="{DC7C308B-9174-496A-84FA-D99FDCC391B6}">
      <dgm:prSet/>
      <dgm:spPr/>
      <dgm:t>
        <a:bodyPr/>
        <a:lstStyle/>
        <a:p>
          <a:r>
            <a:rPr lang="en-US" b="1"/>
            <a:t>• Students struggle to find relevant internships</a:t>
          </a:r>
          <a:endParaRPr lang="en-US"/>
        </a:p>
      </dgm:t>
    </dgm:pt>
    <dgm:pt modelId="{C6711926-87EB-4933-BDE3-5E90B31754E0}" type="parTrans" cxnId="{B2E90F51-2326-44F0-A9D4-A4079CD738E3}">
      <dgm:prSet/>
      <dgm:spPr/>
      <dgm:t>
        <a:bodyPr/>
        <a:lstStyle/>
        <a:p>
          <a:endParaRPr lang="en-US"/>
        </a:p>
      </dgm:t>
    </dgm:pt>
    <dgm:pt modelId="{505B00A8-3886-45C8-BF89-1C60B1685B48}" type="sibTrans" cxnId="{B2E90F51-2326-44F0-A9D4-A4079CD738E3}">
      <dgm:prSet/>
      <dgm:spPr/>
      <dgm:t>
        <a:bodyPr/>
        <a:lstStyle/>
        <a:p>
          <a:endParaRPr lang="en-US"/>
        </a:p>
      </dgm:t>
    </dgm:pt>
    <dgm:pt modelId="{CCE22D81-B40C-42BC-97FD-58DB5E15AC37}">
      <dgm:prSet/>
      <dgm:spPr/>
      <dgm:t>
        <a:bodyPr/>
        <a:lstStyle/>
        <a:p>
          <a:r>
            <a:rPr lang="en-US" b="1"/>
            <a:t>• No centralized platform for internship management</a:t>
          </a:r>
          <a:endParaRPr lang="en-US"/>
        </a:p>
      </dgm:t>
    </dgm:pt>
    <dgm:pt modelId="{EB0D27AF-6EA8-4BA1-8ABB-A18CB6C9B3F1}" type="parTrans" cxnId="{450AD1BC-3746-405A-9568-447A6675911E}">
      <dgm:prSet/>
      <dgm:spPr/>
      <dgm:t>
        <a:bodyPr/>
        <a:lstStyle/>
        <a:p>
          <a:endParaRPr lang="en-US"/>
        </a:p>
      </dgm:t>
    </dgm:pt>
    <dgm:pt modelId="{8595A38D-67E8-447A-8612-CFBDE57CEB5C}" type="sibTrans" cxnId="{450AD1BC-3746-405A-9568-447A6675911E}">
      <dgm:prSet/>
      <dgm:spPr/>
      <dgm:t>
        <a:bodyPr/>
        <a:lstStyle/>
        <a:p>
          <a:endParaRPr lang="en-US"/>
        </a:p>
      </dgm:t>
    </dgm:pt>
    <dgm:pt modelId="{97DE6E05-949C-4907-9F18-81602FEA17AD}">
      <dgm:prSet/>
      <dgm:spPr/>
      <dgm:t>
        <a:bodyPr/>
        <a:lstStyle/>
        <a:p>
          <a:r>
            <a:rPr lang="en-US" b="1"/>
            <a:t>• Manual application tracking is inefficient</a:t>
          </a:r>
          <a:endParaRPr lang="en-US"/>
        </a:p>
      </dgm:t>
    </dgm:pt>
    <dgm:pt modelId="{70C8B463-A37E-4CFD-831A-AC31E627886D}" type="parTrans" cxnId="{F73121B5-58AF-45F2-B2CA-1471514BFB37}">
      <dgm:prSet/>
      <dgm:spPr/>
      <dgm:t>
        <a:bodyPr/>
        <a:lstStyle/>
        <a:p>
          <a:endParaRPr lang="en-US"/>
        </a:p>
      </dgm:t>
    </dgm:pt>
    <dgm:pt modelId="{F8F582C0-6E83-437F-A737-5B79EAC34256}" type="sibTrans" cxnId="{F73121B5-58AF-45F2-B2CA-1471514BFB37}">
      <dgm:prSet/>
      <dgm:spPr/>
      <dgm:t>
        <a:bodyPr/>
        <a:lstStyle/>
        <a:p>
          <a:endParaRPr lang="en-US"/>
        </a:p>
      </dgm:t>
    </dgm:pt>
    <dgm:pt modelId="{0F7048F6-436D-456A-9BB4-61BE6DF3B9E4}">
      <dgm:prSet/>
      <dgm:spPr/>
      <dgm:t>
        <a:bodyPr/>
        <a:lstStyle/>
        <a:p>
          <a:r>
            <a:rPr lang="en-US" b="1"/>
            <a:t>• Lack of real-time application status updates</a:t>
          </a:r>
          <a:endParaRPr lang="en-US"/>
        </a:p>
      </dgm:t>
    </dgm:pt>
    <dgm:pt modelId="{CA5BD889-1426-4125-96EB-86181104266B}" type="parTrans" cxnId="{DA70469B-CE78-4403-A933-838318AD7B1C}">
      <dgm:prSet/>
      <dgm:spPr/>
      <dgm:t>
        <a:bodyPr/>
        <a:lstStyle/>
        <a:p>
          <a:endParaRPr lang="en-US"/>
        </a:p>
      </dgm:t>
    </dgm:pt>
    <dgm:pt modelId="{B07FBD89-691F-41E2-9361-0DDC5C8B7E45}" type="sibTrans" cxnId="{DA70469B-CE78-4403-A933-838318AD7B1C}">
      <dgm:prSet/>
      <dgm:spPr/>
      <dgm:t>
        <a:bodyPr/>
        <a:lstStyle/>
        <a:p>
          <a:endParaRPr lang="en-US"/>
        </a:p>
      </dgm:t>
    </dgm:pt>
    <dgm:pt modelId="{57D68628-AB43-499E-A912-1166BA600AA7}">
      <dgm:prSet/>
      <dgm:spPr/>
      <dgm:t>
        <a:bodyPr/>
        <a:lstStyle/>
        <a:p>
          <a:r>
            <a:rPr lang="en-US" b="1"/>
            <a:t>• No proper communication between students and admins</a:t>
          </a:r>
          <a:endParaRPr lang="en-US"/>
        </a:p>
      </dgm:t>
    </dgm:pt>
    <dgm:pt modelId="{8EF2323B-0EAF-4E21-BC63-D1A17C1D1C62}" type="parTrans" cxnId="{35834B54-8ADF-42C0-B655-C5AB9837144C}">
      <dgm:prSet/>
      <dgm:spPr/>
      <dgm:t>
        <a:bodyPr/>
        <a:lstStyle/>
        <a:p>
          <a:endParaRPr lang="en-US"/>
        </a:p>
      </dgm:t>
    </dgm:pt>
    <dgm:pt modelId="{18304297-2430-4B0A-93AA-47712FB5165C}" type="sibTrans" cxnId="{35834B54-8ADF-42C0-B655-C5AB9837144C}">
      <dgm:prSet/>
      <dgm:spPr/>
      <dgm:t>
        <a:bodyPr/>
        <a:lstStyle/>
        <a:p>
          <a:endParaRPr lang="en-US"/>
        </a:p>
      </dgm:t>
    </dgm:pt>
    <dgm:pt modelId="{5A9E2F93-570C-40BD-8386-A4C744DFAB1F}">
      <dgm:prSet/>
      <dgm:spPr/>
      <dgm:t>
        <a:bodyPr/>
        <a:lstStyle/>
        <a:p>
          <a:r>
            <a:rPr lang="en-US" b="1"/>
            <a:t>Solution:</a:t>
          </a:r>
          <a:endParaRPr lang="en-US"/>
        </a:p>
      </dgm:t>
    </dgm:pt>
    <dgm:pt modelId="{814A6015-16BB-4A18-A398-CAB0BC653348}" type="parTrans" cxnId="{C57D8598-A3AA-41E7-A50F-7D5BA9372239}">
      <dgm:prSet/>
      <dgm:spPr/>
      <dgm:t>
        <a:bodyPr/>
        <a:lstStyle/>
        <a:p>
          <a:endParaRPr lang="en-US"/>
        </a:p>
      </dgm:t>
    </dgm:pt>
    <dgm:pt modelId="{FB1D02B3-CDE2-45EF-B9AB-6920D1411612}" type="sibTrans" cxnId="{C57D8598-A3AA-41E7-A50F-7D5BA9372239}">
      <dgm:prSet/>
      <dgm:spPr/>
      <dgm:t>
        <a:bodyPr/>
        <a:lstStyle/>
        <a:p>
          <a:endParaRPr lang="en-US"/>
        </a:p>
      </dgm:t>
    </dgm:pt>
    <dgm:pt modelId="{4D7BE612-A33C-4D14-BF9B-CC200E19D5F5}">
      <dgm:prSet/>
      <dgm:spPr/>
      <dgm:t>
        <a:bodyPr/>
        <a:lstStyle/>
        <a:p>
          <a:r>
            <a:rPr lang="en-US" b="1"/>
            <a:t>A comprehensive web platform connecting students with </a:t>
          </a:r>
          <a:endParaRPr lang="en-US"/>
        </a:p>
      </dgm:t>
    </dgm:pt>
    <dgm:pt modelId="{187EC585-339D-475E-86C6-4D5A20DDAD12}" type="parTrans" cxnId="{15D6A659-A170-4249-B24A-E628913A14F9}">
      <dgm:prSet/>
      <dgm:spPr/>
      <dgm:t>
        <a:bodyPr/>
        <a:lstStyle/>
        <a:p>
          <a:endParaRPr lang="en-US"/>
        </a:p>
      </dgm:t>
    </dgm:pt>
    <dgm:pt modelId="{57BEEEA1-F5F6-4944-800E-C4FCAF238DCB}" type="sibTrans" cxnId="{15D6A659-A170-4249-B24A-E628913A14F9}">
      <dgm:prSet/>
      <dgm:spPr/>
      <dgm:t>
        <a:bodyPr/>
        <a:lstStyle/>
        <a:p>
          <a:endParaRPr lang="en-US"/>
        </a:p>
      </dgm:t>
    </dgm:pt>
    <dgm:pt modelId="{A57B66D8-C742-4EF7-A689-13BCE0C314CD}">
      <dgm:prSet/>
      <dgm:spPr/>
      <dgm:t>
        <a:bodyPr/>
        <a:lstStyle/>
        <a:p>
          <a:r>
            <a:rPr lang="en-US" b="1"/>
            <a:t>internship opportunities and enabling admins to manage </a:t>
          </a:r>
          <a:endParaRPr lang="en-US"/>
        </a:p>
      </dgm:t>
    </dgm:pt>
    <dgm:pt modelId="{68870677-D19B-453C-86BF-C7DDA6E5330B}" type="parTrans" cxnId="{78249D39-5C65-41BC-B0AB-A18E337D544D}">
      <dgm:prSet/>
      <dgm:spPr/>
      <dgm:t>
        <a:bodyPr/>
        <a:lstStyle/>
        <a:p>
          <a:endParaRPr lang="en-US"/>
        </a:p>
      </dgm:t>
    </dgm:pt>
    <dgm:pt modelId="{C164CC11-D4DE-4E28-A7C5-509092A5B6FE}" type="sibTrans" cxnId="{78249D39-5C65-41BC-B0AB-A18E337D544D}">
      <dgm:prSet/>
      <dgm:spPr/>
      <dgm:t>
        <a:bodyPr/>
        <a:lstStyle/>
        <a:p>
          <a:endParaRPr lang="en-US"/>
        </a:p>
      </dgm:t>
    </dgm:pt>
    <dgm:pt modelId="{6FD413D0-3D1B-443C-9447-A432045BB02A}">
      <dgm:prSet/>
      <dgm:spPr/>
      <dgm:t>
        <a:bodyPr/>
        <a:lstStyle/>
        <a:p>
          <a:r>
            <a:rPr lang="en-US" b="1"/>
            <a:t>the entire process efficiently.</a:t>
          </a:r>
          <a:endParaRPr lang="en-US"/>
        </a:p>
      </dgm:t>
    </dgm:pt>
    <dgm:pt modelId="{505D6BD1-8897-4583-9717-842CDF4E7262}" type="parTrans" cxnId="{F9A84847-4368-42B3-A6A9-3C3A31692089}">
      <dgm:prSet/>
      <dgm:spPr/>
      <dgm:t>
        <a:bodyPr/>
        <a:lstStyle/>
        <a:p>
          <a:endParaRPr lang="en-US"/>
        </a:p>
      </dgm:t>
    </dgm:pt>
    <dgm:pt modelId="{F867A65C-67DA-45C7-9A1C-18454C14A38B}" type="sibTrans" cxnId="{F9A84847-4368-42B3-A6A9-3C3A31692089}">
      <dgm:prSet/>
      <dgm:spPr/>
      <dgm:t>
        <a:bodyPr/>
        <a:lstStyle/>
        <a:p>
          <a:endParaRPr lang="en-US"/>
        </a:p>
      </dgm:t>
    </dgm:pt>
    <dgm:pt modelId="{80871FD0-6EC9-418A-A973-D7DD5422907C}" type="pres">
      <dgm:prSet presAssocID="{B8A91627-2DF7-4034-A68F-04ACBE86EB22}" presName="vert0" presStyleCnt="0">
        <dgm:presLayoutVars>
          <dgm:dir/>
          <dgm:animOne val="branch"/>
          <dgm:animLvl val="lvl"/>
        </dgm:presLayoutVars>
      </dgm:prSet>
      <dgm:spPr/>
    </dgm:pt>
    <dgm:pt modelId="{4E43B74C-A09C-4DFF-B314-CE67C9982470}" type="pres">
      <dgm:prSet presAssocID="{93B426BF-6F54-40AB-9593-0B285AAEFD6D}" presName="thickLine" presStyleLbl="alignNode1" presStyleIdx="0" presStyleCnt="11"/>
      <dgm:spPr/>
    </dgm:pt>
    <dgm:pt modelId="{DC734866-0010-4577-90B8-C0728B8341AD}" type="pres">
      <dgm:prSet presAssocID="{93B426BF-6F54-40AB-9593-0B285AAEFD6D}" presName="horz1" presStyleCnt="0"/>
      <dgm:spPr/>
    </dgm:pt>
    <dgm:pt modelId="{0CFD9FC5-B4E4-4FA3-A960-9D720F51152E}" type="pres">
      <dgm:prSet presAssocID="{93B426BF-6F54-40AB-9593-0B285AAEFD6D}" presName="tx1" presStyleLbl="revTx" presStyleIdx="0" presStyleCnt="11"/>
      <dgm:spPr/>
    </dgm:pt>
    <dgm:pt modelId="{F43F9EF0-E70B-467A-A44F-226E73B2F98D}" type="pres">
      <dgm:prSet presAssocID="{93B426BF-6F54-40AB-9593-0B285AAEFD6D}" presName="vert1" presStyleCnt="0"/>
      <dgm:spPr/>
    </dgm:pt>
    <dgm:pt modelId="{7032905D-61D1-4326-A9A1-A19D7DC83A90}" type="pres">
      <dgm:prSet presAssocID="{B77137EA-2E91-4209-8D2F-8119F4E61C8C}" presName="thickLine" presStyleLbl="alignNode1" presStyleIdx="1" presStyleCnt="11"/>
      <dgm:spPr/>
    </dgm:pt>
    <dgm:pt modelId="{94382FB3-2A91-4338-A60A-180A3F7BAA91}" type="pres">
      <dgm:prSet presAssocID="{B77137EA-2E91-4209-8D2F-8119F4E61C8C}" presName="horz1" presStyleCnt="0"/>
      <dgm:spPr/>
    </dgm:pt>
    <dgm:pt modelId="{F1CAC8B2-44E6-4932-AEAB-E1CB034A394C}" type="pres">
      <dgm:prSet presAssocID="{B77137EA-2E91-4209-8D2F-8119F4E61C8C}" presName="tx1" presStyleLbl="revTx" presStyleIdx="1" presStyleCnt="11"/>
      <dgm:spPr/>
    </dgm:pt>
    <dgm:pt modelId="{307DF09C-EB9E-4C42-9937-0D9365AED4CB}" type="pres">
      <dgm:prSet presAssocID="{B77137EA-2E91-4209-8D2F-8119F4E61C8C}" presName="vert1" presStyleCnt="0"/>
      <dgm:spPr/>
    </dgm:pt>
    <dgm:pt modelId="{622044DA-5B23-4F1F-A1DD-BAFDBCE02962}" type="pres">
      <dgm:prSet presAssocID="{DC7C308B-9174-496A-84FA-D99FDCC391B6}" presName="thickLine" presStyleLbl="alignNode1" presStyleIdx="2" presStyleCnt="11"/>
      <dgm:spPr/>
    </dgm:pt>
    <dgm:pt modelId="{1D5E35DF-DB21-4222-B82D-EABF240DB0BE}" type="pres">
      <dgm:prSet presAssocID="{DC7C308B-9174-496A-84FA-D99FDCC391B6}" presName="horz1" presStyleCnt="0"/>
      <dgm:spPr/>
    </dgm:pt>
    <dgm:pt modelId="{39D0A3A9-13A3-4EB0-87E1-6DB7153098BA}" type="pres">
      <dgm:prSet presAssocID="{DC7C308B-9174-496A-84FA-D99FDCC391B6}" presName="tx1" presStyleLbl="revTx" presStyleIdx="2" presStyleCnt="11"/>
      <dgm:spPr/>
    </dgm:pt>
    <dgm:pt modelId="{BBEBA2E2-29A4-4EE0-ADC0-5E2B85F911A3}" type="pres">
      <dgm:prSet presAssocID="{DC7C308B-9174-496A-84FA-D99FDCC391B6}" presName="vert1" presStyleCnt="0"/>
      <dgm:spPr/>
    </dgm:pt>
    <dgm:pt modelId="{5737200F-ECE1-4D29-ADD3-BBFFA86AA64F}" type="pres">
      <dgm:prSet presAssocID="{CCE22D81-B40C-42BC-97FD-58DB5E15AC37}" presName="thickLine" presStyleLbl="alignNode1" presStyleIdx="3" presStyleCnt="11"/>
      <dgm:spPr/>
    </dgm:pt>
    <dgm:pt modelId="{D22E4500-8C15-419F-9A3E-F9076FA2F0EC}" type="pres">
      <dgm:prSet presAssocID="{CCE22D81-B40C-42BC-97FD-58DB5E15AC37}" presName="horz1" presStyleCnt="0"/>
      <dgm:spPr/>
    </dgm:pt>
    <dgm:pt modelId="{5D4BF3BB-FA6D-4D71-8F45-2D183117F603}" type="pres">
      <dgm:prSet presAssocID="{CCE22D81-B40C-42BC-97FD-58DB5E15AC37}" presName="tx1" presStyleLbl="revTx" presStyleIdx="3" presStyleCnt="11"/>
      <dgm:spPr/>
    </dgm:pt>
    <dgm:pt modelId="{8EF8D6DD-C9DB-4C64-A7BE-8113AE8E952A}" type="pres">
      <dgm:prSet presAssocID="{CCE22D81-B40C-42BC-97FD-58DB5E15AC37}" presName="vert1" presStyleCnt="0"/>
      <dgm:spPr/>
    </dgm:pt>
    <dgm:pt modelId="{A680E07E-0FC9-434B-A073-BA6ABED44EB6}" type="pres">
      <dgm:prSet presAssocID="{97DE6E05-949C-4907-9F18-81602FEA17AD}" presName="thickLine" presStyleLbl="alignNode1" presStyleIdx="4" presStyleCnt="11"/>
      <dgm:spPr/>
    </dgm:pt>
    <dgm:pt modelId="{7AEE96F5-5175-43FF-9C6C-8AEB1726340E}" type="pres">
      <dgm:prSet presAssocID="{97DE6E05-949C-4907-9F18-81602FEA17AD}" presName="horz1" presStyleCnt="0"/>
      <dgm:spPr/>
    </dgm:pt>
    <dgm:pt modelId="{26E23789-9903-4F9F-9AFA-99DA121333DC}" type="pres">
      <dgm:prSet presAssocID="{97DE6E05-949C-4907-9F18-81602FEA17AD}" presName="tx1" presStyleLbl="revTx" presStyleIdx="4" presStyleCnt="11"/>
      <dgm:spPr/>
    </dgm:pt>
    <dgm:pt modelId="{376C65A9-CAC5-4DCA-AE76-27A3D4A69388}" type="pres">
      <dgm:prSet presAssocID="{97DE6E05-949C-4907-9F18-81602FEA17AD}" presName="vert1" presStyleCnt="0"/>
      <dgm:spPr/>
    </dgm:pt>
    <dgm:pt modelId="{E587F477-9EA7-4E62-BBAC-1E9E006564B4}" type="pres">
      <dgm:prSet presAssocID="{0F7048F6-436D-456A-9BB4-61BE6DF3B9E4}" presName="thickLine" presStyleLbl="alignNode1" presStyleIdx="5" presStyleCnt="11"/>
      <dgm:spPr/>
    </dgm:pt>
    <dgm:pt modelId="{B6E047D7-5A3D-4F85-94A0-607338F439CD}" type="pres">
      <dgm:prSet presAssocID="{0F7048F6-436D-456A-9BB4-61BE6DF3B9E4}" presName="horz1" presStyleCnt="0"/>
      <dgm:spPr/>
    </dgm:pt>
    <dgm:pt modelId="{9936C940-6110-4325-AA18-FBAE3F16FFC2}" type="pres">
      <dgm:prSet presAssocID="{0F7048F6-436D-456A-9BB4-61BE6DF3B9E4}" presName="tx1" presStyleLbl="revTx" presStyleIdx="5" presStyleCnt="11"/>
      <dgm:spPr/>
    </dgm:pt>
    <dgm:pt modelId="{FA0DA9AD-3E0E-4CD4-9D2D-43AD74432110}" type="pres">
      <dgm:prSet presAssocID="{0F7048F6-436D-456A-9BB4-61BE6DF3B9E4}" presName="vert1" presStyleCnt="0"/>
      <dgm:spPr/>
    </dgm:pt>
    <dgm:pt modelId="{5211B063-D246-49D1-9351-E65D98EF18F3}" type="pres">
      <dgm:prSet presAssocID="{57D68628-AB43-499E-A912-1166BA600AA7}" presName="thickLine" presStyleLbl="alignNode1" presStyleIdx="6" presStyleCnt="11"/>
      <dgm:spPr/>
    </dgm:pt>
    <dgm:pt modelId="{104045A3-6982-4E5A-A159-E4C211D598AC}" type="pres">
      <dgm:prSet presAssocID="{57D68628-AB43-499E-A912-1166BA600AA7}" presName="horz1" presStyleCnt="0"/>
      <dgm:spPr/>
    </dgm:pt>
    <dgm:pt modelId="{1C9CF0CB-8185-42E4-9810-124C08961383}" type="pres">
      <dgm:prSet presAssocID="{57D68628-AB43-499E-A912-1166BA600AA7}" presName="tx1" presStyleLbl="revTx" presStyleIdx="6" presStyleCnt="11"/>
      <dgm:spPr/>
    </dgm:pt>
    <dgm:pt modelId="{B437B814-FD19-4F58-9CC7-444B3DCB5876}" type="pres">
      <dgm:prSet presAssocID="{57D68628-AB43-499E-A912-1166BA600AA7}" presName="vert1" presStyleCnt="0"/>
      <dgm:spPr/>
    </dgm:pt>
    <dgm:pt modelId="{A4628A0E-E655-4EC8-8E53-B53C99E17195}" type="pres">
      <dgm:prSet presAssocID="{5A9E2F93-570C-40BD-8386-A4C744DFAB1F}" presName="thickLine" presStyleLbl="alignNode1" presStyleIdx="7" presStyleCnt="11"/>
      <dgm:spPr/>
    </dgm:pt>
    <dgm:pt modelId="{EA93294B-C7C8-450E-AF2F-6858562C697F}" type="pres">
      <dgm:prSet presAssocID="{5A9E2F93-570C-40BD-8386-A4C744DFAB1F}" presName="horz1" presStyleCnt="0"/>
      <dgm:spPr/>
    </dgm:pt>
    <dgm:pt modelId="{5BE831BB-031A-4CEA-BD2E-51FDD64A2936}" type="pres">
      <dgm:prSet presAssocID="{5A9E2F93-570C-40BD-8386-A4C744DFAB1F}" presName="tx1" presStyleLbl="revTx" presStyleIdx="7" presStyleCnt="11"/>
      <dgm:spPr/>
    </dgm:pt>
    <dgm:pt modelId="{586FB19F-85A9-44BC-A6C3-81D141163B79}" type="pres">
      <dgm:prSet presAssocID="{5A9E2F93-570C-40BD-8386-A4C744DFAB1F}" presName="vert1" presStyleCnt="0"/>
      <dgm:spPr/>
    </dgm:pt>
    <dgm:pt modelId="{ED9B0F4C-DEC9-41A8-810C-CB4ACDECBD2A}" type="pres">
      <dgm:prSet presAssocID="{4D7BE612-A33C-4D14-BF9B-CC200E19D5F5}" presName="thickLine" presStyleLbl="alignNode1" presStyleIdx="8" presStyleCnt="11"/>
      <dgm:spPr/>
    </dgm:pt>
    <dgm:pt modelId="{B902CEB1-E4A2-4CF8-B1AD-C166DD4A70C2}" type="pres">
      <dgm:prSet presAssocID="{4D7BE612-A33C-4D14-BF9B-CC200E19D5F5}" presName="horz1" presStyleCnt="0"/>
      <dgm:spPr/>
    </dgm:pt>
    <dgm:pt modelId="{C2DDA587-D49B-4AEF-9DDE-4C4976D4EB68}" type="pres">
      <dgm:prSet presAssocID="{4D7BE612-A33C-4D14-BF9B-CC200E19D5F5}" presName="tx1" presStyleLbl="revTx" presStyleIdx="8" presStyleCnt="11"/>
      <dgm:spPr/>
    </dgm:pt>
    <dgm:pt modelId="{6110088C-1D00-4C03-B3FF-2AA8892DF478}" type="pres">
      <dgm:prSet presAssocID="{4D7BE612-A33C-4D14-BF9B-CC200E19D5F5}" presName="vert1" presStyleCnt="0"/>
      <dgm:spPr/>
    </dgm:pt>
    <dgm:pt modelId="{0AE0B56F-510F-4E6A-9B21-5BDC861C2D45}" type="pres">
      <dgm:prSet presAssocID="{A57B66D8-C742-4EF7-A689-13BCE0C314CD}" presName="thickLine" presStyleLbl="alignNode1" presStyleIdx="9" presStyleCnt="11"/>
      <dgm:spPr/>
    </dgm:pt>
    <dgm:pt modelId="{26FE4836-3E6D-4F6E-B63B-61CA7102FEDF}" type="pres">
      <dgm:prSet presAssocID="{A57B66D8-C742-4EF7-A689-13BCE0C314CD}" presName="horz1" presStyleCnt="0"/>
      <dgm:spPr/>
    </dgm:pt>
    <dgm:pt modelId="{400827E6-5793-4F46-AD1A-A583BE287577}" type="pres">
      <dgm:prSet presAssocID="{A57B66D8-C742-4EF7-A689-13BCE0C314CD}" presName="tx1" presStyleLbl="revTx" presStyleIdx="9" presStyleCnt="11"/>
      <dgm:spPr/>
    </dgm:pt>
    <dgm:pt modelId="{788447C8-439A-432E-8526-C8FCFC2DCFC0}" type="pres">
      <dgm:prSet presAssocID="{A57B66D8-C742-4EF7-A689-13BCE0C314CD}" presName="vert1" presStyleCnt="0"/>
      <dgm:spPr/>
    </dgm:pt>
    <dgm:pt modelId="{1D6863E1-95DD-4222-B9FE-0F23A5F3D1FA}" type="pres">
      <dgm:prSet presAssocID="{6FD413D0-3D1B-443C-9447-A432045BB02A}" presName="thickLine" presStyleLbl="alignNode1" presStyleIdx="10" presStyleCnt="11"/>
      <dgm:spPr/>
    </dgm:pt>
    <dgm:pt modelId="{A2B607C3-BD44-4469-9F6E-8D02976B49D9}" type="pres">
      <dgm:prSet presAssocID="{6FD413D0-3D1B-443C-9447-A432045BB02A}" presName="horz1" presStyleCnt="0"/>
      <dgm:spPr/>
    </dgm:pt>
    <dgm:pt modelId="{33E5C59A-08A4-4847-AA99-693E7DF66B7F}" type="pres">
      <dgm:prSet presAssocID="{6FD413D0-3D1B-443C-9447-A432045BB02A}" presName="tx1" presStyleLbl="revTx" presStyleIdx="10" presStyleCnt="11"/>
      <dgm:spPr/>
    </dgm:pt>
    <dgm:pt modelId="{DBBD0CB2-756B-4F1D-80FB-EBB396E577AA}" type="pres">
      <dgm:prSet presAssocID="{6FD413D0-3D1B-443C-9447-A432045BB02A}" presName="vert1" presStyleCnt="0"/>
      <dgm:spPr/>
    </dgm:pt>
  </dgm:ptLst>
  <dgm:cxnLst>
    <dgm:cxn modelId="{9D4FA106-6AD5-4903-8CE5-CFD601AACD4C}" type="presOf" srcId="{0F7048F6-436D-456A-9BB4-61BE6DF3B9E4}" destId="{9936C940-6110-4325-AA18-FBAE3F16FFC2}" srcOrd="0" destOrd="0" presId="urn:microsoft.com/office/officeart/2008/layout/LinedList"/>
    <dgm:cxn modelId="{8BDDAD0C-8771-402A-948D-D0BDE652046D}" srcId="{B8A91627-2DF7-4034-A68F-04ACBE86EB22}" destId="{93B426BF-6F54-40AB-9593-0B285AAEFD6D}" srcOrd="0" destOrd="0" parTransId="{6A19A6D5-8525-4B19-8DA0-A3508436961A}" sibTransId="{172CDD82-9B23-43EE-9741-4CDE91A05428}"/>
    <dgm:cxn modelId="{DCD5D228-B66D-4293-A2DA-6A573C0CDCF5}" type="presOf" srcId="{6FD413D0-3D1B-443C-9447-A432045BB02A}" destId="{33E5C59A-08A4-4847-AA99-693E7DF66B7F}" srcOrd="0" destOrd="0" presId="urn:microsoft.com/office/officeart/2008/layout/LinedList"/>
    <dgm:cxn modelId="{C8AFC22D-A591-4B75-8E51-044498B97356}" type="presOf" srcId="{97DE6E05-949C-4907-9F18-81602FEA17AD}" destId="{26E23789-9903-4F9F-9AFA-99DA121333DC}" srcOrd="0" destOrd="0" presId="urn:microsoft.com/office/officeart/2008/layout/LinedList"/>
    <dgm:cxn modelId="{78249D39-5C65-41BC-B0AB-A18E337D544D}" srcId="{B8A91627-2DF7-4034-A68F-04ACBE86EB22}" destId="{A57B66D8-C742-4EF7-A689-13BCE0C314CD}" srcOrd="9" destOrd="0" parTransId="{68870677-D19B-453C-86BF-C7DDA6E5330B}" sibTransId="{C164CC11-D4DE-4E28-A7C5-509092A5B6FE}"/>
    <dgm:cxn modelId="{E60B593C-5011-4F26-A9F6-73557469CE89}" type="presOf" srcId="{4D7BE612-A33C-4D14-BF9B-CC200E19D5F5}" destId="{C2DDA587-D49B-4AEF-9DDE-4C4976D4EB68}" srcOrd="0" destOrd="0" presId="urn:microsoft.com/office/officeart/2008/layout/LinedList"/>
    <dgm:cxn modelId="{80FBAC62-1C04-4DE8-A046-CBAC87124C2A}" type="presOf" srcId="{B77137EA-2E91-4209-8D2F-8119F4E61C8C}" destId="{F1CAC8B2-44E6-4932-AEAB-E1CB034A394C}" srcOrd="0" destOrd="0" presId="urn:microsoft.com/office/officeart/2008/layout/LinedList"/>
    <dgm:cxn modelId="{F9A84847-4368-42B3-A6A9-3C3A31692089}" srcId="{B8A91627-2DF7-4034-A68F-04ACBE86EB22}" destId="{6FD413D0-3D1B-443C-9447-A432045BB02A}" srcOrd="10" destOrd="0" parTransId="{505D6BD1-8897-4583-9717-842CDF4E7262}" sibTransId="{F867A65C-67DA-45C7-9A1C-18454C14A38B}"/>
    <dgm:cxn modelId="{915CDB50-6563-4A91-BEA7-AE0022724B86}" type="presOf" srcId="{93B426BF-6F54-40AB-9593-0B285AAEFD6D}" destId="{0CFD9FC5-B4E4-4FA3-A960-9D720F51152E}" srcOrd="0" destOrd="0" presId="urn:microsoft.com/office/officeart/2008/layout/LinedList"/>
    <dgm:cxn modelId="{B2E90F51-2326-44F0-A9D4-A4079CD738E3}" srcId="{B8A91627-2DF7-4034-A68F-04ACBE86EB22}" destId="{DC7C308B-9174-496A-84FA-D99FDCC391B6}" srcOrd="2" destOrd="0" parTransId="{C6711926-87EB-4933-BDE3-5E90B31754E0}" sibTransId="{505B00A8-3886-45C8-BF89-1C60B1685B48}"/>
    <dgm:cxn modelId="{35834B54-8ADF-42C0-B655-C5AB9837144C}" srcId="{B8A91627-2DF7-4034-A68F-04ACBE86EB22}" destId="{57D68628-AB43-499E-A912-1166BA600AA7}" srcOrd="6" destOrd="0" parTransId="{8EF2323B-0EAF-4E21-BC63-D1A17C1D1C62}" sibTransId="{18304297-2430-4B0A-93AA-47712FB5165C}"/>
    <dgm:cxn modelId="{7646AC58-9136-41F8-8D0B-ABC99D64A53F}" type="presOf" srcId="{57D68628-AB43-499E-A912-1166BA600AA7}" destId="{1C9CF0CB-8185-42E4-9810-124C08961383}" srcOrd="0" destOrd="0" presId="urn:microsoft.com/office/officeart/2008/layout/LinedList"/>
    <dgm:cxn modelId="{67723D79-99A4-4239-B63B-F5C2D93EAB20}" type="presOf" srcId="{A57B66D8-C742-4EF7-A689-13BCE0C314CD}" destId="{400827E6-5793-4F46-AD1A-A583BE287577}" srcOrd="0" destOrd="0" presId="urn:microsoft.com/office/officeart/2008/layout/LinedList"/>
    <dgm:cxn modelId="{15D6A659-A170-4249-B24A-E628913A14F9}" srcId="{B8A91627-2DF7-4034-A68F-04ACBE86EB22}" destId="{4D7BE612-A33C-4D14-BF9B-CC200E19D5F5}" srcOrd="8" destOrd="0" parTransId="{187EC585-339D-475E-86C6-4D5A20DDAD12}" sibTransId="{57BEEEA1-F5F6-4944-800E-C4FCAF238DCB}"/>
    <dgm:cxn modelId="{13268A7E-9ED1-440C-9B7F-E91B8B6CE48A}" srcId="{B8A91627-2DF7-4034-A68F-04ACBE86EB22}" destId="{B77137EA-2E91-4209-8D2F-8119F4E61C8C}" srcOrd="1" destOrd="0" parTransId="{81BCC055-3151-4510-8140-8DE5ABCD0DF0}" sibTransId="{CDD9AB22-4A10-4AEF-9FA1-AFF62903325A}"/>
    <dgm:cxn modelId="{52D87B8E-88B4-47B5-A744-2E53359D5E14}" type="presOf" srcId="{CCE22D81-B40C-42BC-97FD-58DB5E15AC37}" destId="{5D4BF3BB-FA6D-4D71-8F45-2D183117F603}" srcOrd="0" destOrd="0" presId="urn:microsoft.com/office/officeart/2008/layout/LinedList"/>
    <dgm:cxn modelId="{C57D8598-A3AA-41E7-A50F-7D5BA9372239}" srcId="{B8A91627-2DF7-4034-A68F-04ACBE86EB22}" destId="{5A9E2F93-570C-40BD-8386-A4C744DFAB1F}" srcOrd="7" destOrd="0" parTransId="{814A6015-16BB-4A18-A398-CAB0BC653348}" sibTransId="{FB1D02B3-CDE2-45EF-B9AB-6920D1411612}"/>
    <dgm:cxn modelId="{DA70469B-CE78-4403-A933-838318AD7B1C}" srcId="{B8A91627-2DF7-4034-A68F-04ACBE86EB22}" destId="{0F7048F6-436D-456A-9BB4-61BE6DF3B9E4}" srcOrd="5" destOrd="0" parTransId="{CA5BD889-1426-4125-96EB-86181104266B}" sibTransId="{B07FBD89-691F-41E2-9361-0DDC5C8B7E45}"/>
    <dgm:cxn modelId="{F73121B5-58AF-45F2-B2CA-1471514BFB37}" srcId="{B8A91627-2DF7-4034-A68F-04ACBE86EB22}" destId="{97DE6E05-949C-4907-9F18-81602FEA17AD}" srcOrd="4" destOrd="0" parTransId="{70C8B463-A37E-4CFD-831A-AC31E627886D}" sibTransId="{F8F582C0-6E83-437F-A737-5B79EAC34256}"/>
    <dgm:cxn modelId="{8EA965BB-A43C-4DF0-A809-ADF399C6DDE0}" type="presOf" srcId="{5A9E2F93-570C-40BD-8386-A4C744DFAB1F}" destId="{5BE831BB-031A-4CEA-BD2E-51FDD64A2936}" srcOrd="0" destOrd="0" presId="urn:microsoft.com/office/officeart/2008/layout/LinedList"/>
    <dgm:cxn modelId="{450AD1BC-3746-405A-9568-447A6675911E}" srcId="{B8A91627-2DF7-4034-A68F-04ACBE86EB22}" destId="{CCE22D81-B40C-42BC-97FD-58DB5E15AC37}" srcOrd="3" destOrd="0" parTransId="{EB0D27AF-6EA8-4BA1-8ABB-A18CB6C9B3F1}" sibTransId="{8595A38D-67E8-447A-8612-CFBDE57CEB5C}"/>
    <dgm:cxn modelId="{43B489D6-3B01-42CE-8184-A7AAD272115F}" type="presOf" srcId="{DC7C308B-9174-496A-84FA-D99FDCC391B6}" destId="{39D0A3A9-13A3-4EB0-87E1-6DB7153098BA}" srcOrd="0" destOrd="0" presId="urn:microsoft.com/office/officeart/2008/layout/LinedList"/>
    <dgm:cxn modelId="{F21E91E0-2F02-47FB-BD4A-86135C932763}" type="presOf" srcId="{B8A91627-2DF7-4034-A68F-04ACBE86EB22}" destId="{80871FD0-6EC9-418A-A973-D7DD5422907C}" srcOrd="0" destOrd="0" presId="urn:microsoft.com/office/officeart/2008/layout/LinedList"/>
    <dgm:cxn modelId="{F8DB60D0-47BC-4774-B1B0-93FF6500E08B}" type="presParOf" srcId="{80871FD0-6EC9-418A-A973-D7DD5422907C}" destId="{4E43B74C-A09C-4DFF-B314-CE67C9982470}" srcOrd="0" destOrd="0" presId="urn:microsoft.com/office/officeart/2008/layout/LinedList"/>
    <dgm:cxn modelId="{9C80D2A5-668E-4283-BA2D-994289F5C069}" type="presParOf" srcId="{80871FD0-6EC9-418A-A973-D7DD5422907C}" destId="{DC734866-0010-4577-90B8-C0728B8341AD}" srcOrd="1" destOrd="0" presId="urn:microsoft.com/office/officeart/2008/layout/LinedList"/>
    <dgm:cxn modelId="{7F0B5744-7405-4B61-908D-4000FF71EBD5}" type="presParOf" srcId="{DC734866-0010-4577-90B8-C0728B8341AD}" destId="{0CFD9FC5-B4E4-4FA3-A960-9D720F51152E}" srcOrd="0" destOrd="0" presId="urn:microsoft.com/office/officeart/2008/layout/LinedList"/>
    <dgm:cxn modelId="{4C898018-7688-4C4A-8EF2-9E193E88F7AA}" type="presParOf" srcId="{DC734866-0010-4577-90B8-C0728B8341AD}" destId="{F43F9EF0-E70B-467A-A44F-226E73B2F98D}" srcOrd="1" destOrd="0" presId="urn:microsoft.com/office/officeart/2008/layout/LinedList"/>
    <dgm:cxn modelId="{2BC482C4-EF96-469A-81BC-8903090C25EF}" type="presParOf" srcId="{80871FD0-6EC9-418A-A973-D7DD5422907C}" destId="{7032905D-61D1-4326-A9A1-A19D7DC83A90}" srcOrd="2" destOrd="0" presId="urn:microsoft.com/office/officeart/2008/layout/LinedList"/>
    <dgm:cxn modelId="{EA282270-0EFB-45A3-BF08-499617E3E122}" type="presParOf" srcId="{80871FD0-6EC9-418A-A973-D7DD5422907C}" destId="{94382FB3-2A91-4338-A60A-180A3F7BAA91}" srcOrd="3" destOrd="0" presId="urn:microsoft.com/office/officeart/2008/layout/LinedList"/>
    <dgm:cxn modelId="{8DB7BCB3-2FD8-480C-AEC1-B1BDC78FED7A}" type="presParOf" srcId="{94382FB3-2A91-4338-A60A-180A3F7BAA91}" destId="{F1CAC8B2-44E6-4932-AEAB-E1CB034A394C}" srcOrd="0" destOrd="0" presId="urn:microsoft.com/office/officeart/2008/layout/LinedList"/>
    <dgm:cxn modelId="{EFF47E4A-16F2-4643-9CF9-A1130155084D}" type="presParOf" srcId="{94382FB3-2A91-4338-A60A-180A3F7BAA91}" destId="{307DF09C-EB9E-4C42-9937-0D9365AED4CB}" srcOrd="1" destOrd="0" presId="urn:microsoft.com/office/officeart/2008/layout/LinedList"/>
    <dgm:cxn modelId="{2355DA02-436B-4DD3-AB41-3047928FA95A}" type="presParOf" srcId="{80871FD0-6EC9-418A-A973-D7DD5422907C}" destId="{622044DA-5B23-4F1F-A1DD-BAFDBCE02962}" srcOrd="4" destOrd="0" presId="urn:microsoft.com/office/officeart/2008/layout/LinedList"/>
    <dgm:cxn modelId="{E1B2C5DF-9AC9-4D74-AF41-EFCC4A747CA8}" type="presParOf" srcId="{80871FD0-6EC9-418A-A973-D7DD5422907C}" destId="{1D5E35DF-DB21-4222-B82D-EABF240DB0BE}" srcOrd="5" destOrd="0" presId="urn:microsoft.com/office/officeart/2008/layout/LinedList"/>
    <dgm:cxn modelId="{89CB4361-D13D-4366-8E8C-BE5382BB24CA}" type="presParOf" srcId="{1D5E35DF-DB21-4222-B82D-EABF240DB0BE}" destId="{39D0A3A9-13A3-4EB0-87E1-6DB7153098BA}" srcOrd="0" destOrd="0" presId="urn:microsoft.com/office/officeart/2008/layout/LinedList"/>
    <dgm:cxn modelId="{C5980887-FE53-4002-B50D-87B5942F527F}" type="presParOf" srcId="{1D5E35DF-DB21-4222-B82D-EABF240DB0BE}" destId="{BBEBA2E2-29A4-4EE0-ADC0-5E2B85F911A3}" srcOrd="1" destOrd="0" presId="urn:microsoft.com/office/officeart/2008/layout/LinedList"/>
    <dgm:cxn modelId="{275B4656-3E04-4D02-9BC3-4B3292434B7E}" type="presParOf" srcId="{80871FD0-6EC9-418A-A973-D7DD5422907C}" destId="{5737200F-ECE1-4D29-ADD3-BBFFA86AA64F}" srcOrd="6" destOrd="0" presId="urn:microsoft.com/office/officeart/2008/layout/LinedList"/>
    <dgm:cxn modelId="{E66A9795-0CD9-4A94-9E09-13E090B8CD30}" type="presParOf" srcId="{80871FD0-6EC9-418A-A973-D7DD5422907C}" destId="{D22E4500-8C15-419F-9A3E-F9076FA2F0EC}" srcOrd="7" destOrd="0" presId="urn:microsoft.com/office/officeart/2008/layout/LinedList"/>
    <dgm:cxn modelId="{A6F4CC60-0B94-4DC7-B1DE-559C85CBF5F7}" type="presParOf" srcId="{D22E4500-8C15-419F-9A3E-F9076FA2F0EC}" destId="{5D4BF3BB-FA6D-4D71-8F45-2D183117F603}" srcOrd="0" destOrd="0" presId="urn:microsoft.com/office/officeart/2008/layout/LinedList"/>
    <dgm:cxn modelId="{13EF6DFC-BC94-4727-BEF7-0F701F155A44}" type="presParOf" srcId="{D22E4500-8C15-419F-9A3E-F9076FA2F0EC}" destId="{8EF8D6DD-C9DB-4C64-A7BE-8113AE8E952A}" srcOrd="1" destOrd="0" presId="urn:microsoft.com/office/officeart/2008/layout/LinedList"/>
    <dgm:cxn modelId="{C3DA2658-70C3-4099-9B97-5F99FC4164DC}" type="presParOf" srcId="{80871FD0-6EC9-418A-A973-D7DD5422907C}" destId="{A680E07E-0FC9-434B-A073-BA6ABED44EB6}" srcOrd="8" destOrd="0" presId="urn:microsoft.com/office/officeart/2008/layout/LinedList"/>
    <dgm:cxn modelId="{F09760D9-0D7D-496B-BBFE-34A671D1557A}" type="presParOf" srcId="{80871FD0-6EC9-418A-A973-D7DD5422907C}" destId="{7AEE96F5-5175-43FF-9C6C-8AEB1726340E}" srcOrd="9" destOrd="0" presId="urn:microsoft.com/office/officeart/2008/layout/LinedList"/>
    <dgm:cxn modelId="{F449A047-F99A-4A8F-AB56-E3DE81713C30}" type="presParOf" srcId="{7AEE96F5-5175-43FF-9C6C-8AEB1726340E}" destId="{26E23789-9903-4F9F-9AFA-99DA121333DC}" srcOrd="0" destOrd="0" presId="urn:microsoft.com/office/officeart/2008/layout/LinedList"/>
    <dgm:cxn modelId="{43B98A35-C514-4980-BDDC-C042BCE8DC98}" type="presParOf" srcId="{7AEE96F5-5175-43FF-9C6C-8AEB1726340E}" destId="{376C65A9-CAC5-4DCA-AE76-27A3D4A69388}" srcOrd="1" destOrd="0" presId="urn:microsoft.com/office/officeart/2008/layout/LinedList"/>
    <dgm:cxn modelId="{BBEE1536-34B1-44B4-9686-D04B5ED6F6D2}" type="presParOf" srcId="{80871FD0-6EC9-418A-A973-D7DD5422907C}" destId="{E587F477-9EA7-4E62-BBAC-1E9E006564B4}" srcOrd="10" destOrd="0" presId="urn:microsoft.com/office/officeart/2008/layout/LinedList"/>
    <dgm:cxn modelId="{1A1475F6-8D62-414E-ADDD-F46529C3BA0F}" type="presParOf" srcId="{80871FD0-6EC9-418A-A973-D7DD5422907C}" destId="{B6E047D7-5A3D-4F85-94A0-607338F439CD}" srcOrd="11" destOrd="0" presId="urn:microsoft.com/office/officeart/2008/layout/LinedList"/>
    <dgm:cxn modelId="{78D28A17-2039-46D7-9D87-0067CDC6DFA8}" type="presParOf" srcId="{B6E047D7-5A3D-4F85-94A0-607338F439CD}" destId="{9936C940-6110-4325-AA18-FBAE3F16FFC2}" srcOrd="0" destOrd="0" presId="urn:microsoft.com/office/officeart/2008/layout/LinedList"/>
    <dgm:cxn modelId="{C65D5A40-C776-48FA-B1E8-ADEE765E1C09}" type="presParOf" srcId="{B6E047D7-5A3D-4F85-94A0-607338F439CD}" destId="{FA0DA9AD-3E0E-4CD4-9D2D-43AD74432110}" srcOrd="1" destOrd="0" presId="urn:microsoft.com/office/officeart/2008/layout/LinedList"/>
    <dgm:cxn modelId="{EB81BACD-A317-4623-A08B-A0A7F9CD0B89}" type="presParOf" srcId="{80871FD0-6EC9-418A-A973-D7DD5422907C}" destId="{5211B063-D246-49D1-9351-E65D98EF18F3}" srcOrd="12" destOrd="0" presId="urn:microsoft.com/office/officeart/2008/layout/LinedList"/>
    <dgm:cxn modelId="{4EBC8230-4B28-4530-BFD4-594B3AC31FE3}" type="presParOf" srcId="{80871FD0-6EC9-418A-A973-D7DD5422907C}" destId="{104045A3-6982-4E5A-A159-E4C211D598AC}" srcOrd="13" destOrd="0" presId="urn:microsoft.com/office/officeart/2008/layout/LinedList"/>
    <dgm:cxn modelId="{A7EDACB7-5E63-4494-B021-21ECBAA41EB3}" type="presParOf" srcId="{104045A3-6982-4E5A-A159-E4C211D598AC}" destId="{1C9CF0CB-8185-42E4-9810-124C08961383}" srcOrd="0" destOrd="0" presId="urn:microsoft.com/office/officeart/2008/layout/LinedList"/>
    <dgm:cxn modelId="{F273EB69-C633-4801-8F91-EB33E23E678C}" type="presParOf" srcId="{104045A3-6982-4E5A-A159-E4C211D598AC}" destId="{B437B814-FD19-4F58-9CC7-444B3DCB5876}" srcOrd="1" destOrd="0" presId="urn:microsoft.com/office/officeart/2008/layout/LinedList"/>
    <dgm:cxn modelId="{CDF39DFF-3EF7-4CF2-841D-6C65C822EEB9}" type="presParOf" srcId="{80871FD0-6EC9-418A-A973-D7DD5422907C}" destId="{A4628A0E-E655-4EC8-8E53-B53C99E17195}" srcOrd="14" destOrd="0" presId="urn:microsoft.com/office/officeart/2008/layout/LinedList"/>
    <dgm:cxn modelId="{45CD093D-EB18-46E9-B251-17582B29DFF3}" type="presParOf" srcId="{80871FD0-6EC9-418A-A973-D7DD5422907C}" destId="{EA93294B-C7C8-450E-AF2F-6858562C697F}" srcOrd="15" destOrd="0" presId="urn:microsoft.com/office/officeart/2008/layout/LinedList"/>
    <dgm:cxn modelId="{C19603CC-AF23-4241-84C0-D83CC321095A}" type="presParOf" srcId="{EA93294B-C7C8-450E-AF2F-6858562C697F}" destId="{5BE831BB-031A-4CEA-BD2E-51FDD64A2936}" srcOrd="0" destOrd="0" presId="urn:microsoft.com/office/officeart/2008/layout/LinedList"/>
    <dgm:cxn modelId="{E8BAD216-EF1A-4C70-AA07-43CF9ABF34EA}" type="presParOf" srcId="{EA93294B-C7C8-450E-AF2F-6858562C697F}" destId="{586FB19F-85A9-44BC-A6C3-81D141163B79}" srcOrd="1" destOrd="0" presId="urn:microsoft.com/office/officeart/2008/layout/LinedList"/>
    <dgm:cxn modelId="{1982E78A-33C6-4B3F-B5D5-F0F7C79DEEFF}" type="presParOf" srcId="{80871FD0-6EC9-418A-A973-D7DD5422907C}" destId="{ED9B0F4C-DEC9-41A8-810C-CB4ACDECBD2A}" srcOrd="16" destOrd="0" presId="urn:microsoft.com/office/officeart/2008/layout/LinedList"/>
    <dgm:cxn modelId="{E0D8CE1B-5310-4343-BE97-4D8B849D1054}" type="presParOf" srcId="{80871FD0-6EC9-418A-A973-D7DD5422907C}" destId="{B902CEB1-E4A2-4CF8-B1AD-C166DD4A70C2}" srcOrd="17" destOrd="0" presId="urn:microsoft.com/office/officeart/2008/layout/LinedList"/>
    <dgm:cxn modelId="{77C0270C-D123-46A0-9C9C-31532044993E}" type="presParOf" srcId="{B902CEB1-E4A2-4CF8-B1AD-C166DD4A70C2}" destId="{C2DDA587-D49B-4AEF-9DDE-4C4976D4EB68}" srcOrd="0" destOrd="0" presId="urn:microsoft.com/office/officeart/2008/layout/LinedList"/>
    <dgm:cxn modelId="{93EB53AA-D2FF-47C1-939F-D3A99D00FA97}" type="presParOf" srcId="{B902CEB1-E4A2-4CF8-B1AD-C166DD4A70C2}" destId="{6110088C-1D00-4C03-B3FF-2AA8892DF478}" srcOrd="1" destOrd="0" presId="urn:microsoft.com/office/officeart/2008/layout/LinedList"/>
    <dgm:cxn modelId="{A6B89A9A-EF02-4ADA-A74E-8E1D40821599}" type="presParOf" srcId="{80871FD0-6EC9-418A-A973-D7DD5422907C}" destId="{0AE0B56F-510F-4E6A-9B21-5BDC861C2D45}" srcOrd="18" destOrd="0" presId="urn:microsoft.com/office/officeart/2008/layout/LinedList"/>
    <dgm:cxn modelId="{33AC90A3-1CA7-4C1D-8D2A-E8A108B46DA9}" type="presParOf" srcId="{80871FD0-6EC9-418A-A973-D7DD5422907C}" destId="{26FE4836-3E6D-4F6E-B63B-61CA7102FEDF}" srcOrd="19" destOrd="0" presId="urn:microsoft.com/office/officeart/2008/layout/LinedList"/>
    <dgm:cxn modelId="{EBDE123A-AB56-4606-A4BA-D21D475BFFE5}" type="presParOf" srcId="{26FE4836-3E6D-4F6E-B63B-61CA7102FEDF}" destId="{400827E6-5793-4F46-AD1A-A583BE287577}" srcOrd="0" destOrd="0" presId="urn:microsoft.com/office/officeart/2008/layout/LinedList"/>
    <dgm:cxn modelId="{32D9D73E-8138-41BF-91BA-07FA0952D562}" type="presParOf" srcId="{26FE4836-3E6D-4F6E-B63B-61CA7102FEDF}" destId="{788447C8-439A-432E-8526-C8FCFC2DCFC0}" srcOrd="1" destOrd="0" presId="urn:microsoft.com/office/officeart/2008/layout/LinedList"/>
    <dgm:cxn modelId="{5F648DD7-87CF-4D1A-B359-B0754E0454E7}" type="presParOf" srcId="{80871FD0-6EC9-418A-A973-D7DD5422907C}" destId="{1D6863E1-95DD-4222-B9FE-0F23A5F3D1FA}" srcOrd="20" destOrd="0" presId="urn:microsoft.com/office/officeart/2008/layout/LinedList"/>
    <dgm:cxn modelId="{9EF92008-8573-4DD3-B37E-E195BFB28103}" type="presParOf" srcId="{80871FD0-6EC9-418A-A973-D7DD5422907C}" destId="{A2B607C3-BD44-4469-9F6E-8D02976B49D9}" srcOrd="21" destOrd="0" presId="urn:microsoft.com/office/officeart/2008/layout/LinedList"/>
    <dgm:cxn modelId="{21F87488-7234-4DA3-A84B-CF6C6EB0F86D}" type="presParOf" srcId="{A2B607C3-BD44-4469-9F6E-8D02976B49D9}" destId="{33E5C59A-08A4-4847-AA99-693E7DF66B7F}" srcOrd="0" destOrd="0" presId="urn:microsoft.com/office/officeart/2008/layout/LinedList"/>
    <dgm:cxn modelId="{21D2B67C-CF89-497F-9ACE-E9BFA6397B74}" type="presParOf" srcId="{A2B607C3-BD44-4469-9F6E-8D02976B49D9}" destId="{DBBD0CB2-756B-4F1D-80FB-EBB396E577A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3BE896-C749-4834-A79F-F1DA80DA9D6B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B5F93B6-D612-403D-A58E-DB3E353BB0D2}">
      <dgm:prSet/>
      <dgm:spPr/>
      <dgm:t>
        <a:bodyPr/>
        <a:lstStyle/>
        <a:p>
          <a:r>
            <a:rPr lang="en-US" b="1"/>
            <a:t>Objectives:</a:t>
          </a:r>
          <a:endParaRPr lang="en-US"/>
        </a:p>
      </dgm:t>
    </dgm:pt>
    <dgm:pt modelId="{45F90DD8-0BF3-4701-9F6D-B8007C1CA5A3}" type="parTrans" cxnId="{E0E565D6-BE95-4BB8-A0CE-498A67257B13}">
      <dgm:prSet/>
      <dgm:spPr/>
      <dgm:t>
        <a:bodyPr/>
        <a:lstStyle/>
        <a:p>
          <a:endParaRPr lang="en-US"/>
        </a:p>
      </dgm:t>
    </dgm:pt>
    <dgm:pt modelId="{8192D043-670F-4666-AABD-5EEA0BFC4F77}" type="sibTrans" cxnId="{E0E565D6-BE95-4BB8-A0CE-498A67257B13}">
      <dgm:prSet/>
      <dgm:spPr/>
      <dgm:t>
        <a:bodyPr/>
        <a:lstStyle/>
        <a:p>
          <a:endParaRPr lang="en-US"/>
        </a:p>
      </dgm:t>
    </dgm:pt>
    <dgm:pt modelId="{593E41DE-174D-4808-955B-F7DBA1243040}">
      <dgm:prSet/>
      <dgm:spPr/>
      <dgm:t>
        <a:bodyPr/>
        <a:lstStyle/>
        <a:p>
          <a:r>
            <a:rPr lang="en-US" b="1"/>
            <a:t>✓ Streamline internship discovery and application process</a:t>
          </a:r>
          <a:endParaRPr lang="en-US"/>
        </a:p>
      </dgm:t>
    </dgm:pt>
    <dgm:pt modelId="{9BF631D8-0789-4BF7-BC11-DE68985D7986}" type="parTrans" cxnId="{F952FC75-1CC7-4366-8D3E-B88131ECEA0D}">
      <dgm:prSet/>
      <dgm:spPr/>
      <dgm:t>
        <a:bodyPr/>
        <a:lstStyle/>
        <a:p>
          <a:endParaRPr lang="en-US"/>
        </a:p>
      </dgm:t>
    </dgm:pt>
    <dgm:pt modelId="{A4BD7182-DD3A-4E46-87F2-8FF14727C4D6}" type="sibTrans" cxnId="{F952FC75-1CC7-4366-8D3E-B88131ECEA0D}">
      <dgm:prSet/>
      <dgm:spPr/>
      <dgm:t>
        <a:bodyPr/>
        <a:lstStyle/>
        <a:p>
          <a:endParaRPr lang="en-US"/>
        </a:p>
      </dgm:t>
    </dgm:pt>
    <dgm:pt modelId="{0C3D1F01-FA10-4679-A4AB-DC9AA26012B9}">
      <dgm:prSet/>
      <dgm:spPr/>
      <dgm:t>
        <a:bodyPr/>
        <a:lstStyle/>
        <a:p>
          <a:r>
            <a:rPr lang="en-US" b="1"/>
            <a:t>✓ Provide real-time application tracking</a:t>
          </a:r>
          <a:endParaRPr lang="en-US"/>
        </a:p>
      </dgm:t>
    </dgm:pt>
    <dgm:pt modelId="{95C34738-1384-4EA1-8484-25096359933F}" type="parTrans" cxnId="{CDFCD0BF-C05D-494D-BC1B-7405D16BEC83}">
      <dgm:prSet/>
      <dgm:spPr/>
      <dgm:t>
        <a:bodyPr/>
        <a:lstStyle/>
        <a:p>
          <a:endParaRPr lang="en-US"/>
        </a:p>
      </dgm:t>
    </dgm:pt>
    <dgm:pt modelId="{4D182D43-C07D-4CA1-AC74-BD4B9B169091}" type="sibTrans" cxnId="{CDFCD0BF-C05D-494D-BC1B-7405D16BEC83}">
      <dgm:prSet/>
      <dgm:spPr/>
      <dgm:t>
        <a:bodyPr/>
        <a:lstStyle/>
        <a:p>
          <a:endParaRPr lang="en-US"/>
        </a:p>
      </dgm:t>
    </dgm:pt>
    <dgm:pt modelId="{3BF1AC56-5D8C-4722-8B41-A88CBD5B62C0}">
      <dgm:prSet/>
      <dgm:spPr/>
      <dgm:t>
        <a:bodyPr/>
        <a:lstStyle/>
        <a:p>
          <a:r>
            <a:rPr lang="en-US" b="1"/>
            <a:t>✓ Enable admins to manage internships and applications</a:t>
          </a:r>
          <a:endParaRPr lang="en-US"/>
        </a:p>
      </dgm:t>
    </dgm:pt>
    <dgm:pt modelId="{92B85D5C-E995-48BC-AC9E-7F77FD6EB88E}" type="parTrans" cxnId="{26BE9687-129F-4194-BB0E-C193F0D4A46E}">
      <dgm:prSet/>
      <dgm:spPr/>
      <dgm:t>
        <a:bodyPr/>
        <a:lstStyle/>
        <a:p>
          <a:endParaRPr lang="en-US"/>
        </a:p>
      </dgm:t>
    </dgm:pt>
    <dgm:pt modelId="{C7192017-4A83-4A16-BFE4-9AA03CE8B400}" type="sibTrans" cxnId="{26BE9687-129F-4194-BB0E-C193F0D4A46E}">
      <dgm:prSet/>
      <dgm:spPr/>
      <dgm:t>
        <a:bodyPr/>
        <a:lstStyle/>
        <a:p>
          <a:endParaRPr lang="en-US"/>
        </a:p>
      </dgm:t>
    </dgm:pt>
    <dgm:pt modelId="{2DFEAFE1-716E-40D1-876F-052F6618A3B1}">
      <dgm:prSet/>
      <dgm:spPr/>
      <dgm:t>
        <a:bodyPr/>
        <a:lstStyle/>
        <a:p>
          <a:r>
            <a:rPr lang="en-US" b="1"/>
            <a:t>✓ Generate insights through analytics dashboard</a:t>
          </a:r>
          <a:endParaRPr lang="en-US"/>
        </a:p>
      </dgm:t>
    </dgm:pt>
    <dgm:pt modelId="{2CF3AEBB-C981-4CE0-965D-8B3800E96893}" type="parTrans" cxnId="{F3DE4F92-3F5F-4C5A-B982-4A6FEF4250D7}">
      <dgm:prSet/>
      <dgm:spPr/>
      <dgm:t>
        <a:bodyPr/>
        <a:lstStyle/>
        <a:p>
          <a:endParaRPr lang="en-US"/>
        </a:p>
      </dgm:t>
    </dgm:pt>
    <dgm:pt modelId="{85B80266-02D7-4F16-891A-2D19E4E1C5DD}" type="sibTrans" cxnId="{F3DE4F92-3F5F-4C5A-B982-4A6FEF4250D7}">
      <dgm:prSet/>
      <dgm:spPr/>
      <dgm:t>
        <a:bodyPr/>
        <a:lstStyle/>
        <a:p>
          <a:endParaRPr lang="en-US"/>
        </a:p>
      </dgm:t>
    </dgm:pt>
    <dgm:pt modelId="{429FA2CF-7F54-48EB-B7B8-259429F32F91}">
      <dgm:prSet/>
      <dgm:spPr/>
      <dgm:t>
        <a:bodyPr/>
        <a:lstStyle/>
        <a:p>
          <a:r>
            <a:rPr lang="en-US" b="1"/>
            <a:t>✓ Role-based access control (Student &amp; Admin)</a:t>
          </a:r>
          <a:endParaRPr lang="en-US"/>
        </a:p>
      </dgm:t>
    </dgm:pt>
    <dgm:pt modelId="{C1E8F037-D4EA-4AD9-8446-A976DE647D6E}" type="parTrans" cxnId="{B1B8F031-D745-44BE-94B1-87822FB955A0}">
      <dgm:prSet/>
      <dgm:spPr/>
      <dgm:t>
        <a:bodyPr/>
        <a:lstStyle/>
        <a:p>
          <a:endParaRPr lang="en-US"/>
        </a:p>
      </dgm:t>
    </dgm:pt>
    <dgm:pt modelId="{423F2E4A-4620-4574-BFF1-A82D32393030}" type="sibTrans" cxnId="{B1B8F031-D745-44BE-94B1-87822FB955A0}">
      <dgm:prSet/>
      <dgm:spPr/>
      <dgm:t>
        <a:bodyPr/>
        <a:lstStyle/>
        <a:p>
          <a:endParaRPr lang="en-US"/>
        </a:p>
      </dgm:t>
    </dgm:pt>
    <dgm:pt modelId="{7AB46DD4-122A-4DF7-83D5-B0DD5BD2868D}" type="pres">
      <dgm:prSet presAssocID="{813BE896-C749-4834-A79F-F1DA80DA9D6B}" presName="vert0" presStyleCnt="0">
        <dgm:presLayoutVars>
          <dgm:dir/>
          <dgm:animOne val="branch"/>
          <dgm:animLvl val="lvl"/>
        </dgm:presLayoutVars>
      </dgm:prSet>
      <dgm:spPr/>
    </dgm:pt>
    <dgm:pt modelId="{F06E4641-55CC-40FF-A14F-8A3B5E15901E}" type="pres">
      <dgm:prSet presAssocID="{6B5F93B6-D612-403D-A58E-DB3E353BB0D2}" presName="thickLine" presStyleLbl="alignNode1" presStyleIdx="0" presStyleCnt="6"/>
      <dgm:spPr/>
    </dgm:pt>
    <dgm:pt modelId="{D49366C3-D274-4163-B00E-A8D1294BBB92}" type="pres">
      <dgm:prSet presAssocID="{6B5F93B6-D612-403D-A58E-DB3E353BB0D2}" presName="horz1" presStyleCnt="0"/>
      <dgm:spPr/>
    </dgm:pt>
    <dgm:pt modelId="{B4349AD6-4C0B-490C-8158-42AFCF535070}" type="pres">
      <dgm:prSet presAssocID="{6B5F93B6-D612-403D-A58E-DB3E353BB0D2}" presName="tx1" presStyleLbl="revTx" presStyleIdx="0" presStyleCnt="6"/>
      <dgm:spPr/>
    </dgm:pt>
    <dgm:pt modelId="{6EAC30A2-4D66-419E-A470-017D62243B70}" type="pres">
      <dgm:prSet presAssocID="{6B5F93B6-D612-403D-A58E-DB3E353BB0D2}" presName="vert1" presStyleCnt="0"/>
      <dgm:spPr/>
    </dgm:pt>
    <dgm:pt modelId="{8E693612-FC2A-49AF-89F4-5AEA23DAF531}" type="pres">
      <dgm:prSet presAssocID="{593E41DE-174D-4808-955B-F7DBA1243040}" presName="thickLine" presStyleLbl="alignNode1" presStyleIdx="1" presStyleCnt="6"/>
      <dgm:spPr/>
    </dgm:pt>
    <dgm:pt modelId="{29E24F8A-92BD-4331-9295-208FBF5F50C0}" type="pres">
      <dgm:prSet presAssocID="{593E41DE-174D-4808-955B-F7DBA1243040}" presName="horz1" presStyleCnt="0"/>
      <dgm:spPr/>
    </dgm:pt>
    <dgm:pt modelId="{1FAEA9B2-2091-4EBC-9AA6-616E9E3E1278}" type="pres">
      <dgm:prSet presAssocID="{593E41DE-174D-4808-955B-F7DBA1243040}" presName="tx1" presStyleLbl="revTx" presStyleIdx="1" presStyleCnt="6"/>
      <dgm:spPr/>
    </dgm:pt>
    <dgm:pt modelId="{3833E45E-6E38-4624-91F5-4805E9A4F397}" type="pres">
      <dgm:prSet presAssocID="{593E41DE-174D-4808-955B-F7DBA1243040}" presName="vert1" presStyleCnt="0"/>
      <dgm:spPr/>
    </dgm:pt>
    <dgm:pt modelId="{1F6BF837-E274-4FAB-A20A-0195456CB15E}" type="pres">
      <dgm:prSet presAssocID="{0C3D1F01-FA10-4679-A4AB-DC9AA26012B9}" presName="thickLine" presStyleLbl="alignNode1" presStyleIdx="2" presStyleCnt="6"/>
      <dgm:spPr/>
    </dgm:pt>
    <dgm:pt modelId="{1BD74D6D-E1DE-45B3-8599-DC8CAA9F3001}" type="pres">
      <dgm:prSet presAssocID="{0C3D1F01-FA10-4679-A4AB-DC9AA26012B9}" presName="horz1" presStyleCnt="0"/>
      <dgm:spPr/>
    </dgm:pt>
    <dgm:pt modelId="{BA8A9A60-AC4A-49CD-A622-CC1A6434C359}" type="pres">
      <dgm:prSet presAssocID="{0C3D1F01-FA10-4679-A4AB-DC9AA26012B9}" presName="tx1" presStyleLbl="revTx" presStyleIdx="2" presStyleCnt="6"/>
      <dgm:spPr/>
    </dgm:pt>
    <dgm:pt modelId="{7DC24AFD-8883-4C6D-82E1-57BB95BC3689}" type="pres">
      <dgm:prSet presAssocID="{0C3D1F01-FA10-4679-A4AB-DC9AA26012B9}" presName="vert1" presStyleCnt="0"/>
      <dgm:spPr/>
    </dgm:pt>
    <dgm:pt modelId="{7FF72ECC-29DA-4445-A448-B2198950AA99}" type="pres">
      <dgm:prSet presAssocID="{3BF1AC56-5D8C-4722-8B41-A88CBD5B62C0}" presName="thickLine" presStyleLbl="alignNode1" presStyleIdx="3" presStyleCnt="6"/>
      <dgm:spPr/>
    </dgm:pt>
    <dgm:pt modelId="{4EFFFC6E-45CB-4A01-9039-223F095C568D}" type="pres">
      <dgm:prSet presAssocID="{3BF1AC56-5D8C-4722-8B41-A88CBD5B62C0}" presName="horz1" presStyleCnt="0"/>
      <dgm:spPr/>
    </dgm:pt>
    <dgm:pt modelId="{F81F682F-D251-4F09-988A-B55100554439}" type="pres">
      <dgm:prSet presAssocID="{3BF1AC56-5D8C-4722-8B41-A88CBD5B62C0}" presName="tx1" presStyleLbl="revTx" presStyleIdx="3" presStyleCnt="6"/>
      <dgm:spPr/>
    </dgm:pt>
    <dgm:pt modelId="{1102D76D-8723-401F-AFE0-4383662ADEF3}" type="pres">
      <dgm:prSet presAssocID="{3BF1AC56-5D8C-4722-8B41-A88CBD5B62C0}" presName="vert1" presStyleCnt="0"/>
      <dgm:spPr/>
    </dgm:pt>
    <dgm:pt modelId="{E49DD2B2-F481-4B90-B2AD-AED377D0A8E5}" type="pres">
      <dgm:prSet presAssocID="{2DFEAFE1-716E-40D1-876F-052F6618A3B1}" presName="thickLine" presStyleLbl="alignNode1" presStyleIdx="4" presStyleCnt="6"/>
      <dgm:spPr/>
    </dgm:pt>
    <dgm:pt modelId="{B0344027-4CE9-4EE1-8467-C23E38FDEFF0}" type="pres">
      <dgm:prSet presAssocID="{2DFEAFE1-716E-40D1-876F-052F6618A3B1}" presName="horz1" presStyleCnt="0"/>
      <dgm:spPr/>
    </dgm:pt>
    <dgm:pt modelId="{88EFB306-D29F-473C-9934-F1E1DBB6EF88}" type="pres">
      <dgm:prSet presAssocID="{2DFEAFE1-716E-40D1-876F-052F6618A3B1}" presName="tx1" presStyleLbl="revTx" presStyleIdx="4" presStyleCnt="6"/>
      <dgm:spPr/>
    </dgm:pt>
    <dgm:pt modelId="{32764727-D9CE-4988-80D4-D4B2C0959751}" type="pres">
      <dgm:prSet presAssocID="{2DFEAFE1-716E-40D1-876F-052F6618A3B1}" presName="vert1" presStyleCnt="0"/>
      <dgm:spPr/>
    </dgm:pt>
    <dgm:pt modelId="{08AC9606-404D-4E72-897E-F8105DE4580E}" type="pres">
      <dgm:prSet presAssocID="{429FA2CF-7F54-48EB-B7B8-259429F32F91}" presName="thickLine" presStyleLbl="alignNode1" presStyleIdx="5" presStyleCnt="6"/>
      <dgm:spPr/>
    </dgm:pt>
    <dgm:pt modelId="{E7C802CD-F838-4867-B755-3247D26E4AD0}" type="pres">
      <dgm:prSet presAssocID="{429FA2CF-7F54-48EB-B7B8-259429F32F91}" presName="horz1" presStyleCnt="0"/>
      <dgm:spPr/>
    </dgm:pt>
    <dgm:pt modelId="{44A43A6C-C570-4B66-AE69-28045FC48B74}" type="pres">
      <dgm:prSet presAssocID="{429FA2CF-7F54-48EB-B7B8-259429F32F91}" presName="tx1" presStyleLbl="revTx" presStyleIdx="5" presStyleCnt="6"/>
      <dgm:spPr/>
    </dgm:pt>
    <dgm:pt modelId="{229566C3-360A-4E44-9C28-1896139D33CE}" type="pres">
      <dgm:prSet presAssocID="{429FA2CF-7F54-48EB-B7B8-259429F32F91}" presName="vert1" presStyleCnt="0"/>
      <dgm:spPr/>
    </dgm:pt>
  </dgm:ptLst>
  <dgm:cxnLst>
    <dgm:cxn modelId="{A7742B1C-5C1F-4B31-8D14-5BD12D5F2219}" type="presOf" srcId="{0C3D1F01-FA10-4679-A4AB-DC9AA26012B9}" destId="{BA8A9A60-AC4A-49CD-A622-CC1A6434C359}" srcOrd="0" destOrd="0" presId="urn:microsoft.com/office/officeart/2008/layout/LinedList"/>
    <dgm:cxn modelId="{B1B8F031-D745-44BE-94B1-87822FB955A0}" srcId="{813BE896-C749-4834-A79F-F1DA80DA9D6B}" destId="{429FA2CF-7F54-48EB-B7B8-259429F32F91}" srcOrd="5" destOrd="0" parTransId="{C1E8F037-D4EA-4AD9-8446-A976DE647D6E}" sibTransId="{423F2E4A-4620-4574-BFF1-A82D32393030}"/>
    <dgm:cxn modelId="{FF67BE4A-5093-4410-BB17-B592A427CC28}" type="presOf" srcId="{6B5F93B6-D612-403D-A58E-DB3E353BB0D2}" destId="{B4349AD6-4C0B-490C-8158-42AFCF535070}" srcOrd="0" destOrd="0" presId="urn:microsoft.com/office/officeart/2008/layout/LinedList"/>
    <dgm:cxn modelId="{0BD3B54E-504F-4018-9C15-74ED9E603E74}" type="presOf" srcId="{593E41DE-174D-4808-955B-F7DBA1243040}" destId="{1FAEA9B2-2091-4EBC-9AA6-616E9E3E1278}" srcOrd="0" destOrd="0" presId="urn:microsoft.com/office/officeart/2008/layout/LinedList"/>
    <dgm:cxn modelId="{F952FC75-1CC7-4366-8D3E-B88131ECEA0D}" srcId="{813BE896-C749-4834-A79F-F1DA80DA9D6B}" destId="{593E41DE-174D-4808-955B-F7DBA1243040}" srcOrd="1" destOrd="0" parTransId="{9BF631D8-0789-4BF7-BC11-DE68985D7986}" sibTransId="{A4BD7182-DD3A-4E46-87F2-8FF14727C4D6}"/>
    <dgm:cxn modelId="{26BE9687-129F-4194-BB0E-C193F0D4A46E}" srcId="{813BE896-C749-4834-A79F-F1DA80DA9D6B}" destId="{3BF1AC56-5D8C-4722-8B41-A88CBD5B62C0}" srcOrd="3" destOrd="0" parTransId="{92B85D5C-E995-48BC-AC9E-7F77FD6EB88E}" sibTransId="{C7192017-4A83-4A16-BFE4-9AA03CE8B400}"/>
    <dgm:cxn modelId="{F3DE4F92-3F5F-4C5A-B982-4A6FEF4250D7}" srcId="{813BE896-C749-4834-A79F-F1DA80DA9D6B}" destId="{2DFEAFE1-716E-40D1-876F-052F6618A3B1}" srcOrd="4" destOrd="0" parTransId="{2CF3AEBB-C981-4CE0-965D-8B3800E96893}" sibTransId="{85B80266-02D7-4F16-891A-2D19E4E1C5DD}"/>
    <dgm:cxn modelId="{048C0F9F-558B-480F-A0CB-7544EECC22C3}" type="presOf" srcId="{429FA2CF-7F54-48EB-B7B8-259429F32F91}" destId="{44A43A6C-C570-4B66-AE69-28045FC48B74}" srcOrd="0" destOrd="0" presId="urn:microsoft.com/office/officeart/2008/layout/LinedList"/>
    <dgm:cxn modelId="{467AABB5-9973-46E6-9ACF-5C551D263B71}" type="presOf" srcId="{813BE896-C749-4834-A79F-F1DA80DA9D6B}" destId="{7AB46DD4-122A-4DF7-83D5-B0DD5BD2868D}" srcOrd="0" destOrd="0" presId="urn:microsoft.com/office/officeart/2008/layout/LinedList"/>
    <dgm:cxn modelId="{18C575BF-1B9F-4393-8345-235817AC9A72}" type="presOf" srcId="{2DFEAFE1-716E-40D1-876F-052F6618A3B1}" destId="{88EFB306-D29F-473C-9934-F1E1DBB6EF88}" srcOrd="0" destOrd="0" presId="urn:microsoft.com/office/officeart/2008/layout/LinedList"/>
    <dgm:cxn modelId="{CDFCD0BF-C05D-494D-BC1B-7405D16BEC83}" srcId="{813BE896-C749-4834-A79F-F1DA80DA9D6B}" destId="{0C3D1F01-FA10-4679-A4AB-DC9AA26012B9}" srcOrd="2" destOrd="0" parTransId="{95C34738-1384-4EA1-8484-25096359933F}" sibTransId="{4D182D43-C07D-4CA1-AC74-BD4B9B169091}"/>
    <dgm:cxn modelId="{D4E58ED0-9291-475D-B95D-0851AD4C18C3}" type="presOf" srcId="{3BF1AC56-5D8C-4722-8B41-A88CBD5B62C0}" destId="{F81F682F-D251-4F09-988A-B55100554439}" srcOrd="0" destOrd="0" presId="urn:microsoft.com/office/officeart/2008/layout/LinedList"/>
    <dgm:cxn modelId="{E0E565D6-BE95-4BB8-A0CE-498A67257B13}" srcId="{813BE896-C749-4834-A79F-F1DA80DA9D6B}" destId="{6B5F93B6-D612-403D-A58E-DB3E353BB0D2}" srcOrd="0" destOrd="0" parTransId="{45F90DD8-0BF3-4701-9F6D-B8007C1CA5A3}" sibTransId="{8192D043-670F-4666-AABD-5EEA0BFC4F77}"/>
    <dgm:cxn modelId="{7982340C-CA28-4B05-A43C-ACED82F7A6D3}" type="presParOf" srcId="{7AB46DD4-122A-4DF7-83D5-B0DD5BD2868D}" destId="{F06E4641-55CC-40FF-A14F-8A3B5E15901E}" srcOrd="0" destOrd="0" presId="urn:microsoft.com/office/officeart/2008/layout/LinedList"/>
    <dgm:cxn modelId="{1B0AA76B-0B06-48D0-AFF0-3AED0E133F61}" type="presParOf" srcId="{7AB46DD4-122A-4DF7-83D5-B0DD5BD2868D}" destId="{D49366C3-D274-4163-B00E-A8D1294BBB92}" srcOrd="1" destOrd="0" presId="urn:microsoft.com/office/officeart/2008/layout/LinedList"/>
    <dgm:cxn modelId="{E7B3FD4D-61FE-4748-A19A-B5DA4BA0BCE5}" type="presParOf" srcId="{D49366C3-D274-4163-B00E-A8D1294BBB92}" destId="{B4349AD6-4C0B-490C-8158-42AFCF535070}" srcOrd="0" destOrd="0" presId="urn:microsoft.com/office/officeart/2008/layout/LinedList"/>
    <dgm:cxn modelId="{9CFD88EE-CDF4-4C69-BC10-50D17DC04127}" type="presParOf" srcId="{D49366C3-D274-4163-B00E-A8D1294BBB92}" destId="{6EAC30A2-4D66-419E-A470-017D62243B70}" srcOrd="1" destOrd="0" presId="urn:microsoft.com/office/officeart/2008/layout/LinedList"/>
    <dgm:cxn modelId="{74F281AA-CD1A-442E-A4F0-3B866FAC0E61}" type="presParOf" srcId="{7AB46DD4-122A-4DF7-83D5-B0DD5BD2868D}" destId="{8E693612-FC2A-49AF-89F4-5AEA23DAF531}" srcOrd="2" destOrd="0" presId="urn:microsoft.com/office/officeart/2008/layout/LinedList"/>
    <dgm:cxn modelId="{B9B2A035-3353-4EAC-BD98-54D263D58AA2}" type="presParOf" srcId="{7AB46DD4-122A-4DF7-83D5-B0DD5BD2868D}" destId="{29E24F8A-92BD-4331-9295-208FBF5F50C0}" srcOrd="3" destOrd="0" presId="urn:microsoft.com/office/officeart/2008/layout/LinedList"/>
    <dgm:cxn modelId="{3501D5CA-4AC0-4351-9D57-759624B9C192}" type="presParOf" srcId="{29E24F8A-92BD-4331-9295-208FBF5F50C0}" destId="{1FAEA9B2-2091-4EBC-9AA6-616E9E3E1278}" srcOrd="0" destOrd="0" presId="urn:microsoft.com/office/officeart/2008/layout/LinedList"/>
    <dgm:cxn modelId="{AFF31A47-998B-4469-9A6D-9CB688EBD25A}" type="presParOf" srcId="{29E24F8A-92BD-4331-9295-208FBF5F50C0}" destId="{3833E45E-6E38-4624-91F5-4805E9A4F397}" srcOrd="1" destOrd="0" presId="urn:microsoft.com/office/officeart/2008/layout/LinedList"/>
    <dgm:cxn modelId="{5FED14AA-01A4-40C4-B1D1-061CDA952439}" type="presParOf" srcId="{7AB46DD4-122A-4DF7-83D5-B0DD5BD2868D}" destId="{1F6BF837-E274-4FAB-A20A-0195456CB15E}" srcOrd="4" destOrd="0" presId="urn:microsoft.com/office/officeart/2008/layout/LinedList"/>
    <dgm:cxn modelId="{DAA9E97B-55B4-4E8E-BC61-A87A926D4280}" type="presParOf" srcId="{7AB46DD4-122A-4DF7-83D5-B0DD5BD2868D}" destId="{1BD74D6D-E1DE-45B3-8599-DC8CAA9F3001}" srcOrd="5" destOrd="0" presId="urn:microsoft.com/office/officeart/2008/layout/LinedList"/>
    <dgm:cxn modelId="{8F52BD33-C834-43A4-8CD8-D475FBF1B6B2}" type="presParOf" srcId="{1BD74D6D-E1DE-45B3-8599-DC8CAA9F3001}" destId="{BA8A9A60-AC4A-49CD-A622-CC1A6434C359}" srcOrd="0" destOrd="0" presId="urn:microsoft.com/office/officeart/2008/layout/LinedList"/>
    <dgm:cxn modelId="{2EEB2E84-3E48-4578-84EF-B113FCD0AB03}" type="presParOf" srcId="{1BD74D6D-E1DE-45B3-8599-DC8CAA9F3001}" destId="{7DC24AFD-8883-4C6D-82E1-57BB95BC3689}" srcOrd="1" destOrd="0" presId="urn:microsoft.com/office/officeart/2008/layout/LinedList"/>
    <dgm:cxn modelId="{47F8F2FA-2BDE-4C0B-8ECA-CAE9C9439870}" type="presParOf" srcId="{7AB46DD4-122A-4DF7-83D5-B0DD5BD2868D}" destId="{7FF72ECC-29DA-4445-A448-B2198950AA99}" srcOrd="6" destOrd="0" presId="urn:microsoft.com/office/officeart/2008/layout/LinedList"/>
    <dgm:cxn modelId="{C89E8301-60E8-44A1-B9E3-2FD9CB42BBA3}" type="presParOf" srcId="{7AB46DD4-122A-4DF7-83D5-B0DD5BD2868D}" destId="{4EFFFC6E-45CB-4A01-9039-223F095C568D}" srcOrd="7" destOrd="0" presId="urn:microsoft.com/office/officeart/2008/layout/LinedList"/>
    <dgm:cxn modelId="{69294DE7-06BD-4A16-8BDD-FDD9917037DC}" type="presParOf" srcId="{4EFFFC6E-45CB-4A01-9039-223F095C568D}" destId="{F81F682F-D251-4F09-988A-B55100554439}" srcOrd="0" destOrd="0" presId="urn:microsoft.com/office/officeart/2008/layout/LinedList"/>
    <dgm:cxn modelId="{802EEC9B-386A-466D-ACD5-4F500BA6C083}" type="presParOf" srcId="{4EFFFC6E-45CB-4A01-9039-223F095C568D}" destId="{1102D76D-8723-401F-AFE0-4383662ADEF3}" srcOrd="1" destOrd="0" presId="urn:microsoft.com/office/officeart/2008/layout/LinedList"/>
    <dgm:cxn modelId="{78F93DDB-7EA6-442D-AAAB-0F51422280AA}" type="presParOf" srcId="{7AB46DD4-122A-4DF7-83D5-B0DD5BD2868D}" destId="{E49DD2B2-F481-4B90-B2AD-AED377D0A8E5}" srcOrd="8" destOrd="0" presId="urn:microsoft.com/office/officeart/2008/layout/LinedList"/>
    <dgm:cxn modelId="{1F18BCFB-F60D-434B-A24F-3C2144CF2794}" type="presParOf" srcId="{7AB46DD4-122A-4DF7-83D5-B0DD5BD2868D}" destId="{B0344027-4CE9-4EE1-8467-C23E38FDEFF0}" srcOrd="9" destOrd="0" presId="urn:microsoft.com/office/officeart/2008/layout/LinedList"/>
    <dgm:cxn modelId="{6ECB66FD-8A63-439D-AC97-C8B472CF7682}" type="presParOf" srcId="{B0344027-4CE9-4EE1-8467-C23E38FDEFF0}" destId="{88EFB306-D29F-473C-9934-F1E1DBB6EF88}" srcOrd="0" destOrd="0" presId="urn:microsoft.com/office/officeart/2008/layout/LinedList"/>
    <dgm:cxn modelId="{DDAC06F4-2DE3-4727-ACED-1C002D14463E}" type="presParOf" srcId="{B0344027-4CE9-4EE1-8467-C23E38FDEFF0}" destId="{32764727-D9CE-4988-80D4-D4B2C0959751}" srcOrd="1" destOrd="0" presId="urn:microsoft.com/office/officeart/2008/layout/LinedList"/>
    <dgm:cxn modelId="{B755F2BE-5823-4162-A1DE-C4CA0F32BD6F}" type="presParOf" srcId="{7AB46DD4-122A-4DF7-83D5-B0DD5BD2868D}" destId="{08AC9606-404D-4E72-897E-F8105DE4580E}" srcOrd="10" destOrd="0" presId="urn:microsoft.com/office/officeart/2008/layout/LinedList"/>
    <dgm:cxn modelId="{03B618F8-27F4-4E28-B437-82ECA23796D8}" type="presParOf" srcId="{7AB46DD4-122A-4DF7-83D5-B0DD5BD2868D}" destId="{E7C802CD-F838-4867-B755-3247D26E4AD0}" srcOrd="11" destOrd="0" presId="urn:microsoft.com/office/officeart/2008/layout/LinedList"/>
    <dgm:cxn modelId="{04D2BAEB-7684-4843-A298-1438DD706AEF}" type="presParOf" srcId="{E7C802CD-F838-4867-B755-3247D26E4AD0}" destId="{44A43A6C-C570-4B66-AE69-28045FC48B74}" srcOrd="0" destOrd="0" presId="urn:microsoft.com/office/officeart/2008/layout/LinedList"/>
    <dgm:cxn modelId="{FFCE25DB-A730-4332-95C0-2CB86A091823}" type="presParOf" srcId="{E7C802CD-F838-4867-B755-3247D26E4AD0}" destId="{229566C3-360A-4E44-9C28-1896139D33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8411B6-05A3-4C96-9829-B2EDF9421A45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74AA97F4-ADEA-43B4-8B40-6A4A6C3D3F8C}">
      <dgm:prSet/>
      <dgm:spPr/>
      <dgm:t>
        <a:bodyPr/>
        <a:lstStyle/>
        <a:p>
          <a:r>
            <a:rPr lang="en-US" b="1"/>
            <a:t>BACKEND:</a:t>
          </a:r>
          <a:endParaRPr lang="en-US"/>
        </a:p>
      </dgm:t>
    </dgm:pt>
    <dgm:pt modelId="{C8066CBE-3B4F-445D-80FC-F7EA4C3E32CD}" type="parTrans" cxnId="{399E2CAF-601B-45EA-839B-3C4DF7C04C42}">
      <dgm:prSet/>
      <dgm:spPr/>
      <dgm:t>
        <a:bodyPr/>
        <a:lstStyle/>
        <a:p>
          <a:endParaRPr lang="en-US"/>
        </a:p>
      </dgm:t>
    </dgm:pt>
    <dgm:pt modelId="{80B9E774-24FF-47D8-A9F2-DD6ADD0E7032}" type="sibTrans" cxnId="{399E2CAF-601B-45EA-839B-3C4DF7C04C42}">
      <dgm:prSet/>
      <dgm:spPr/>
      <dgm:t>
        <a:bodyPr/>
        <a:lstStyle/>
        <a:p>
          <a:endParaRPr lang="en-US"/>
        </a:p>
      </dgm:t>
    </dgm:pt>
    <dgm:pt modelId="{E83EBF3F-10AB-4600-A991-30C9F64C5C82}">
      <dgm:prSet/>
      <dgm:spPr/>
      <dgm:t>
        <a:bodyPr/>
        <a:lstStyle/>
        <a:p>
          <a:r>
            <a:rPr lang="en-US" b="1"/>
            <a:t>• Java 17                           • Spring Boot 3.2.0       </a:t>
          </a:r>
          <a:endParaRPr lang="en-US"/>
        </a:p>
      </dgm:t>
    </dgm:pt>
    <dgm:pt modelId="{7DBA36DE-4B61-4979-80CF-D18C6EB5F928}" type="parTrans" cxnId="{EE415FDA-0984-433C-9226-F675BA7860EE}">
      <dgm:prSet/>
      <dgm:spPr/>
      <dgm:t>
        <a:bodyPr/>
        <a:lstStyle/>
        <a:p>
          <a:endParaRPr lang="en-US"/>
        </a:p>
      </dgm:t>
    </dgm:pt>
    <dgm:pt modelId="{99B79BB1-3DEB-4EEE-ACAA-63FF8385DAEE}" type="sibTrans" cxnId="{EE415FDA-0984-433C-9226-F675BA7860EE}">
      <dgm:prSet/>
      <dgm:spPr/>
      <dgm:t>
        <a:bodyPr/>
        <a:lstStyle/>
        <a:p>
          <a:endParaRPr lang="en-US"/>
        </a:p>
      </dgm:t>
    </dgm:pt>
    <dgm:pt modelId="{EF3DCBC3-FAEF-40FF-B14F-72506703D69B}">
      <dgm:prSet/>
      <dgm:spPr/>
      <dgm:t>
        <a:bodyPr/>
        <a:lstStyle/>
        <a:p>
          <a:r>
            <a:rPr lang="en-US" b="1"/>
            <a:t>• Spring Data JPA            • Hibernate ORM           </a:t>
          </a:r>
          <a:endParaRPr lang="en-US"/>
        </a:p>
      </dgm:t>
    </dgm:pt>
    <dgm:pt modelId="{70F11586-DCD2-4E5C-8B07-31F1838B677C}" type="parTrans" cxnId="{4B6FAEE9-48D2-4204-95A7-FD1204CAD9B9}">
      <dgm:prSet/>
      <dgm:spPr/>
      <dgm:t>
        <a:bodyPr/>
        <a:lstStyle/>
        <a:p>
          <a:endParaRPr lang="en-US"/>
        </a:p>
      </dgm:t>
    </dgm:pt>
    <dgm:pt modelId="{E99C1A71-BE5D-4B45-AC61-5A1CE50E27A1}" type="sibTrans" cxnId="{4B6FAEE9-48D2-4204-95A7-FD1204CAD9B9}">
      <dgm:prSet/>
      <dgm:spPr/>
      <dgm:t>
        <a:bodyPr/>
        <a:lstStyle/>
        <a:p>
          <a:endParaRPr lang="en-US"/>
        </a:p>
      </dgm:t>
    </dgm:pt>
    <dgm:pt modelId="{E62120D2-4700-42C3-B7C1-E295CF209ACC}">
      <dgm:prSet/>
      <dgm:spPr/>
      <dgm:t>
        <a:bodyPr/>
        <a:lstStyle/>
        <a:p>
          <a:r>
            <a:rPr lang="en-US" b="1"/>
            <a:t>• MySQL Database          • Maven Build Tool        </a:t>
          </a:r>
          <a:endParaRPr lang="en-US"/>
        </a:p>
      </dgm:t>
    </dgm:pt>
    <dgm:pt modelId="{66C86065-6518-4E4B-A528-898406DA3D3A}" type="parTrans" cxnId="{BE4769F0-684C-42D1-ACF4-91B6942C3FF5}">
      <dgm:prSet/>
      <dgm:spPr/>
      <dgm:t>
        <a:bodyPr/>
        <a:lstStyle/>
        <a:p>
          <a:endParaRPr lang="en-US"/>
        </a:p>
      </dgm:t>
    </dgm:pt>
    <dgm:pt modelId="{60B96E02-08D2-42D2-8445-6ACCD84FB028}" type="sibTrans" cxnId="{BE4769F0-684C-42D1-ACF4-91B6942C3FF5}">
      <dgm:prSet/>
      <dgm:spPr/>
      <dgm:t>
        <a:bodyPr/>
        <a:lstStyle/>
        <a:p>
          <a:endParaRPr lang="en-US"/>
        </a:p>
      </dgm:t>
    </dgm:pt>
    <dgm:pt modelId="{46D75063-4945-4B77-BD37-D7CC28657273}">
      <dgm:prSet/>
      <dgm:spPr/>
      <dgm:t>
        <a:bodyPr/>
        <a:lstStyle/>
        <a:p>
          <a:r>
            <a:rPr lang="en-US" b="1"/>
            <a:t>FRONTEND:</a:t>
          </a:r>
          <a:endParaRPr lang="en-US"/>
        </a:p>
      </dgm:t>
    </dgm:pt>
    <dgm:pt modelId="{9BB65A76-E38F-487B-ABBC-1DCA36328D4C}" type="parTrans" cxnId="{E5888373-F07A-473D-8280-CC48D412FED7}">
      <dgm:prSet/>
      <dgm:spPr/>
      <dgm:t>
        <a:bodyPr/>
        <a:lstStyle/>
        <a:p>
          <a:endParaRPr lang="en-US"/>
        </a:p>
      </dgm:t>
    </dgm:pt>
    <dgm:pt modelId="{61ABAB7F-802F-41BD-A05D-8422C684237B}" type="sibTrans" cxnId="{E5888373-F07A-473D-8280-CC48D412FED7}">
      <dgm:prSet/>
      <dgm:spPr/>
      <dgm:t>
        <a:bodyPr/>
        <a:lstStyle/>
        <a:p>
          <a:endParaRPr lang="en-US"/>
        </a:p>
      </dgm:t>
    </dgm:pt>
    <dgm:pt modelId="{CF44315E-DB99-4309-9FE6-E6099E6DDFC7}">
      <dgm:prSet/>
      <dgm:spPr/>
      <dgm:t>
        <a:bodyPr/>
        <a:lstStyle/>
        <a:p>
          <a:r>
            <a:rPr lang="en-US" b="1"/>
            <a:t>• HTML5                                  • CSS3                    </a:t>
          </a:r>
          <a:endParaRPr lang="en-US"/>
        </a:p>
      </dgm:t>
    </dgm:pt>
    <dgm:pt modelId="{222FF87B-E20A-46C3-B243-7691E36DA168}" type="parTrans" cxnId="{8EFF659C-B74A-4D2A-9B6B-F617E8427119}">
      <dgm:prSet/>
      <dgm:spPr/>
      <dgm:t>
        <a:bodyPr/>
        <a:lstStyle/>
        <a:p>
          <a:endParaRPr lang="en-US"/>
        </a:p>
      </dgm:t>
    </dgm:pt>
    <dgm:pt modelId="{9EFB540D-254C-498C-9058-5F80E74CAD1A}" type="sibTrans" cxnId="{8EFF659C-B74A-4D2A-9B6B-F617E8427119}">
      <dgm:prSet/>
      <dgm:spPr/>
      <dgm:t>
        <a:bodyPr/>
        <a:lstStyle/>
        <a:p>
          <a:endParaRPr lang="en-US"/>
        </a:p>
      </dgm:t>
    </dgm:pt>
    <dgm:pt modelId="{E8F113D2-2B8A-4F4B-8A7E-C97AAF51B1FD}">
      <dgm:prSet/>
      <dgm:spPr/>
      <dgm:t>
        <a:bodyPr/>
        <a:lstStyle/>
        <a:p>
          <a:r>
            <a:rPr lang="en-US" b="1"/>
            <a:t>• JavaScript (ES6)                  • Chart.js for Analytics  </a:t>
          </a:r>
          <a:endParaRPr lang="en-US"/>
        </a:p>
      </dgm:t>
    </dgm:pt>
    <dgm:pt modelId="{C81FA072-43CB-4A9B-A073-C6C666C19B09}" type="parTrans" cxnId="{4ECCC367-3BE8-449F-B4F3-7E7E71AD2563}">
      <dgm:prSet/>
      <dgm:spPr/>
      <dgm:t>
        <a:bodyPr/>
        <a:lstStyle/>
        <a:p>
          <a:endParaRPr lang="en-US"/>
        </a:p>
      </dgm:t>
    </dgm:pt>
    <dgm:pt modelId="{05FD1A56-5AF3-414F-8DCC-FCEA82D364C8}" type="sibTrans" cxnId="{4ECCC367-3BE8-449F-B4F3-7E7E71AD2563}">
      <dgm:prSet/>
      <dgm:spPr/>
      <dgm:t>
        <a:bodyPr/>
        <a:lstStyle/>
        <a:p>
          <a:endParaRPr lang="en-US"/>
        </a:p>
      </dgm:t>
    </dgm:pt>
    <dgm:pt modelId="{74CB3694-8925-4EE5-AA71-5006F1DA4279}">
      <dgm:prSet/>
      <dgm:spPr/>
      <dgm:t>
        <a:bodyPr/>
        <a:lstStyle/>
        <a:p>
          <a:r>
            <a:rPr lang="en-US" b="1"/>
            <a:t>• Font Awesome Icons         • Responsive Design       </a:t>
          </a:r>
          <a:endParaRPr lang="en-US"/>
        </a:p>
      </dgm:t>
    </dgm:pt>
    <dgm:pt modelId="{A00C86FD-AA63-461D-A474-C0FA571C207D}" type="parTrans" cxnId="{1426DE15-FC49-4E1F-805F-63E68478266A}">
      <dgm:prSet/>
      <dgm:spPr/>
      <dgm:t>
        <a:bodyPr/>
        <a:lstStyle/>
        <a:p>
          <a:endParaRPr lang="en-US"/>
        </a:p>
      </dgm:t>
    </dgm:pt>
    <dgm:pt modelId="{CBDF0648-9D02-4328-8841-305522D0824B}" type="sibTrans" cxnId="{1426DE15-FC49-4E1F-805F-63E68478266A}">
      <dgm:prSet/>
      <dgm:spPr/>
      <dgm:t>
        <a:bodyPr/>
        <a:lstStyle/>
        <a:p>
          <a:endParaRPr lang="en-US"/>
        </a:p>
      </dgm:t>
    </dgm:pt>
    <dgm:pt modelId="{B23539CF-5F0D-4E23-BCD3-07D58CB09884}">
      <dgm:prSet/>
      <dgm:spPr/>
      <dgm:t>
        <a:bodyPr/>
        <a:lstStyle/>
        <a:p>
          <a:r>
            <a:rPr lang="en-US" b="1"/>
            <a:t>TOOLS:</a:t>
          </a:r>
          <a:endParaRPr lang="en-US"/>
        </a:p>
      </dgm:t>
    </dgm:pt>
    <dgm:pt modelId="{93BC6A8D-0CB5-4F69-BAA7-244D7FE69256}" type="parTrans" cxnId="{109DE4B6-600C-43C8-B92F-3D5F700BAF84}">
      <dgm:prSet/>
      <dgm:spPr/>
      <dgm:t>
        <a:bodyPr/>
        <a:lstStyle/>
        <a:p>
          <a:endParaRPr lang="en-US"/>
        </a:p>
      </dgm:t>
    </dgm:pt>
    <dgm:pt modelId="{0A1564C1-2457-48DC-A547-20972C66774A}" type="sibTrans" cxnId="{109DE4B6-600C-43C8-B92F-3D5F700BAF84}">
      <dgm:prSet/>
      <dgm:spPr/>
      <dgm:t>
        <a:bodyPr/>
        <a:lstStyle/>
        <a:p>
          <a:endParaRPr lang="en-US"/>
        </a:p>
      </dgm:t>
    </dgm:pt>
    <dgm:pt modelId="{713EFF4B-0F49-473E-B2EF-E25500B2998B}">
      <dgm:prSet/>
      <dgm:spPr/>
      <dgm:t>
        <a:bodyPr/>
        <a:lstStyle/>
        <a:p>
          <a:r>
            <a:rPr lang="en-US" b="1"/>
            <a:t>• Git Version Control        • Postman API Testing     </a:t>
          </a:r>
          <a:endParaRPr lang="en-US"/>
        </a:p>
      </dgm:t>
    </dgm:pt>
    <dgm:pt modelId="{003F83FF-C97E-4076-AD05-2E96BE5BFFF8}" type="parTrans" cxnId="{82D96F88-5A86-4885-B106-CC34B03F951C}">
      <dgm:prSet/>
      <dgm:spPr/>
      <dgm:t>
        <a:bodyPr/>
        <a:lstStyle/>
        <a:p>
          <a:endParaRPr lang="en-US"/>
        </a:p>
      </dgm:t>
    </dgm:pt>
    <dgm:pt modelId="{8F405075-4421-475A-B2AF-0C5A2611C720}" type="sibTrans" cxnId="{82D96F88-5A86-4885-B106-CC34B03F951C}">
      <dgm:prSet/>
      <dgm:spPr/>
      <dgm:t>
        <a:bodyPr/>
        <a:lstStyle/>
        <a:p>
          <a:endParaRPr lang="en-US"/>
        </a:p>
      </dgm:t>
    </dgm:pt>
    <dgm:pt modelId="{A6781DA4-4B6C-453C-B82A-D7D1FC9EFD7C}">
      <dgm:prSet/>
      <dgm:spPr/>
      <dgm:t>
        <a:bodyPr/>
        <a:lstStyle/>
        <a:p>
          <a:r>
            <a:rPr lang="en-US" b="1"/>
            <a:t>• VS Code / IntelliJ            • MySQL Workbench         </a:t>
          </a:r>
          <a:endParaRPr lang="en-US"/>
        </a:p>
      </dgm:t>
    </dgm:pt>
    <dgm:pt modelId="{E7E7D49A-301E-4489-8353-6D9BB14917C9}" type="parTrans" cxnId="{F7079FFC-A78F-43CA-9413-5706ADFF8384}">
      <dgm:prSet/>
      <dgm:spPr/>
      <dgm:t>
        <a:bodyPr/>
        <a:lstStyle/>
        <a:p>
          <a:endParaRPr lang="en-US"/>
        </a:p>
      </dgm:t>
    </dgm:pt>
    <dgm:pt modelId="{CD8E3EED-6180-4E5E-AB18-E4D2D27F1AE5}" type="sibTrans" cxnId="{F7079FFC-A78F-43CA-9413-5706ADFF8384}">
      <dgm:prSet/>
      <dgm:spPr/>
      <dgm:t>
        <a:bodyPr/>
        <a:lstStyle/>
        <a:p>
          <a:endParaRPr lang="en-US"/>
        </a:p>
      </dgm:t>
    </dgm:pt>
    <dgm:pt modelId="{E56C59B8-1DD1-4559-9FE6-E8932ACD2A5E}" type="pres">
      <dgm:prSet presAssocID="{A48411B6-05A3-4C96-9829-B2EDF9421A45}" presName="vert0" presStyleCnt="0">
        <dgm:presLayoutVars>
          <dgm:dir/>
          <dgm:animOne val="branch"/>
          <dgm:animLvl val="lvl"/>
        </dgm:presLayoutVars>
      </dgm:prSet>
      <dgm:spPr/>
    </dgm:pt>
    <dgm:pt modelId="{0D31A24D-A0B5-4CE9-9F9F-53020EAF1D9D}" type="pres">
      <dgm:prSet presAssocID="{74AA97F4-ADEA-43B4-8B40-6A4A6C3D3F8C}" presName="thickLine" presStyleLbl="alignNode1" presStyleIdx="0" presStyleCnt="11"/>
      <dgm:spPr/>
    </dgm:pt>
    <dgm:pt modelId="{54D5B0AB-EC60-4B01-989B-03D1B7DB48B7}" type="pres">
      <dgm:prSet presAssocID="{74AA97F4-ADEA-43B4-8B40-6A4A6C3D3F8C}" presName="horz1" presStyleCnt="0"/>
      <dgm:spPr/>
    </dgm:pt>
    <dgm:pt modelId="{49044936-AD92-4945-98FC-380AF009E30E}" type="pres">
      <dgm:prSet presAssocID="{74AA97F4-ADEA-43B4-8B40-6A4A6C3D3F8C}" presName="tx1" presStyleLbl="revTx" presStyleIdx="0" presStyleCnt="11"/>
      <dgm:spPr/>
    </dgm:pt>
    <dgm:pt modelId="{7B6A5A9F-B110-4909-9959-994940B6AAA4}" type="pres">
      <dgm:prSet presAssocID="{74AA97F4-ADEA-43B4-8B40-6A4A6C3D3F8C}" presName="vert1" presStyleCnt="0"/>
      <dgm:spPr/>
    </dgm:pt>
    <dgm:pt modelId="{C85E6BB3-B867-48C9-AE5B-589DCF4385CD}" type="pres">
      <dgm:prSet presAssocID="{E83EBF3F-10AB-4600-A991-30C9F64C5C82}" presName="thickLine" presStyleLbl="alignNode1" presStyleIdx="1" presStyleCnt="11"/>
      <dgm:spPr/>
    </dgm:pt>
    <dgm:pt modelId="{BA00D8D3-B503-48DB-8E69-EC815E19F8A5}" type="pres">
      <dgm:prSet presAssocID="{E83EBF3F-10AB-4600-A991-30C9F64C5C82}" presName="horz1" presStyleCnt="0"/>
      <dgm:spPr/>
    </dgm:pt>
    <dgm:pt modelId="{32034523-6951-4EEE-90E7-B102C640AAAC}" type="pres">
      <dgm:prSet presAssocID="{E83EBF3F-10AB-4600-A991-30C9F64C5C82}" presName="tx1" presStyleLbl="revTx" presStyleIdx="1" presStyleCnt="11"/>
      <dgm:spPr/>
    </dgm:pt>
    <dgm:pt modelId="{D5E62377-09C6-47D7-A574-770D14223EDA}" type="pres">
      <dgm:prSet presAssocID="{E83EBF3F-10AB-4600-A991-30C9F64C5C82}" presName="vert1" presStyleCnt="0"/>
      <dgm:spPr/>
    </dgm:pt>
    <dgm:pt modelId="{D4A473DF-B3F0-4724-A884-88C5FCD1F379}" type="pres">
      <dgm:prSet presAssocID="{EF3DCBC3-FAEF-40FF-B14F-72506703D69B}" presName="thickLine" presStyleLbl="alignNode1" presStyleIdx="2" presStyleCnt="11"/>
      <dgm:spPr/>
    </dgm:pt>
    <dgm:pt modelId="{CEFC4479-4B84-4289-A536-EAE017123E6D}" type="pres">
      <dgm:prSet presAssocID="{EF3DCBC3-FAEF-40FF-B14F-72506703D69B}" presName="horz1" presStyleCnt="0"/>
      <dgm:spPr/>
    </dgm:pt>
    <dgm:pt modelId="{390F71B8-EEE3-4874-96F5-BBC5AF6F23F9}" type="pres">
      <dgm:prSet presAssocID="{EF3DCBC3-FAEF-40FF-B14F-72506703D69B}" presName="tx1" presStyleLbl="revTx" presStyleIdx="2" presStyleCnt="11"/>
      <dgm:spPr/>
    </dgm:pt>
    <dgm:pt modelId="{5C7C8AB6-2271-4539-954C-15284463B74E}" type="pres">
      <dgm:prSet presAssocID="{EF3DCBC3-FAEF-40FF-B14F-72506703D69B}" presName="vert1" presStyleCnt="0"/>
      <dgm:spPr/>
    </dgm:pt>
    <dgm:pt modelId="{C3747174-499E-4502-AC62-DDC52E0992B0}" type="pres">
      <dgm:prSet presAssocID="{E62120D2-4700-42C3-B7C1-E295CF209ACC}" presName="thickLine" presStyleLbl="alignNode1" presStyleIdx="3" presStyleCnt="11"/>
      <dgm:spPr/>
    </dgm:pt>
    <dgm:pt modelId="{9792EE22-2129-4434-A687-9711D126AE58}" type="pres">
      <dgm:prSet presAssocID="{E62120D2-4700-42C3-B7C1-E295CF209ACC}" presName="horz1" presStyleCnt="0"/>
      <dgm:spPr/>
    </dgm:pt>
    <dgm:pt modelId="{7A36EE34-1F95-45C2-AEC5-104BEBA83CB7}" type="pres">
      <dgm:prSet presAssocID="{E62120D2-4700-42C3-B7C1-E295CF209ACC}" presName="tx1" presStyleLbl="revTx" presStyleIdx="3" presStyleCnt="11"/>
      <dgm:spPr/>
    </dgm:pt>
    <dgm:pt modelId="{FD82B357-460B-4513-AE87-7EEE5D376C01}" type="pres">
      <dgm:prSet presAssocID="{E62120D2-4700-42C3-B7C1-E295CF209ACC}" presName="vert1" presStyleCnt="0"/>
      <dgm:spPr/>
    </dgm:pt>
    <dgm:pt modelId="{3F91D7A7-078F-4826-A0BD-3F35DD73E244}" type="pres">
      <dgm:prSet presAssocID="{46D75063-4945-4B77-BD37-D7CC28657273}" presName="thickLine" presStyleLbl="alignNode1" presStyleIdx="4" presStyleCnt="11"/>
      <dgm:spPr/>
    </dgm:pt>
    <dgm:pt modelId="{8122B9DF-5C7C-4837-B1AE-1B90264F57F0}" type="pres">
      <dgm:prSet presAssocID="{46D75063-4945-4B77-BD37-D7CC28657273}" presName="horz1" presStyleCnt="0"/>
      <dgm:spPr/>
    </dgm:pt>
    <dgm:pt modelId="{DD5E61CC-B24B-4CB2-8EC4-8CF5D741554F}" type="pres">
      <dgm:prSet presAssocID="{46D75063-4945-4B77-BD37-D7CC28657273}" presName="tx1" presStyleLbl="revTx" presStyleIdx="4" presStyleCnt="11"/>
      <dgm:spPr/>
    </dgm:pt>
    <dgm:pt modelId="{81D96EEA-9ED2-4D81-8169-57980DAABC54}" type="pres">
      <dgm:prSet presAssocID="{46D75063-4945-4B77-BD37-D7CC28657273}" presName="vert1" presStyleCnt="0"/>
      <dgm:spPr/>
    </dgm:pt>
    <dgm:pt modelId="{9DC5DCFB-983A-4720-BD58-CD33D38D5376}" type="pres">
      <dgm:prSet presAssocID="{CF44315E-DB99-4309-9FE6-E6099E6DDFC7}" presName="thickLine" presStyleLbl="alignNode1" presStyleIdx="5" presStyleCnt="11"/>
      <dgm:spPr/>
    </dgm:pt>
    <dgm:pt modelId="{4353CD48-0D82-4404-9E31-738AA62A9531}" type="pres">
      <dgm:prSet presAssocID="{CF44315E-DB99-4309-9FE6-E6099E6DDFC7}" presName="horz1" presStyleCnt="0"/>
      <dgm:spPr/>
    </dgm:pt>
    <dgm:pt modelId="{B5BCE76C-817F-410E-B0C4-0C4800B412BB}" type="pres">
      <dgm:prSet presAssocID="{CF44315E-DB99-4309-9FE6-E6099E6DDFC7}" presName="tx1" presStyleLbl="revTx" presStyleIdx="5" presStyleCnt="11"/>
      <dgm:spPr/>
    </dgm:pt>
    <dgm:pt modelId="{4871CCCB-E802-48DD-B93F-AD93FEAEE664}" type="pres">
      <dgm:prSet presAssocID="{CF44315E-DB99-4309-9FE6-E6099E6DDFC7}" presName="vert1" presStyleCnt="0"/>
      <dgm:spPr/>
    </dgm:pt>
    <dgm:pt modelId="{BF604AF4-2A8A-4C7D-B2B6-ADF22D74F618}" type="pres">
      <dgm:prSet presAssocID="{E8F113D2-2B8A-4F4B-8A7E-C97AAF51B1FD}" presName="thickLine" presStyleLbl="alignNode1" presStyleIdx="6" presStyleCnt="11"/>
      <dgm:spPr/>
    </dgm:pt>
    <dgm:pt modelId="{829B7BD2-5A6E-4254-B1FA-8A5BC4E5A3A1}" type="pres">
      <dgm:prSet presAssocID="{E8F113D2-2B8A-4F4B-8A7E-C97AAF51B1FD}" presName="horz1" presStyleCnt="0"/>
      <dgm:spPr/>
    </dgm:pt>
    <dgm:pt modelId="{6249E8EF-4E25-4C38-B65A-9866E0502168}" type="pres">
      <dgm:prSet presAssocID="{E8F113D2-2B8A-4F4B-8A7E-C97AAF51B1FD}" presName="tx1" presStyleLbl="revTx" presStyleIdx="6" presStyleCnt="11"/>
      <dgm:spPr/>
    </dgm:pt>
    <dgm:pt modelId="{61D7D74D-25CA-43A5-A635-AC11DEF12E23}" type="pres">
      <dgm:prSet presAssocID="{E8F113D2-2B8A-4F4B-8A7E-C97AAF51B1FD}" presName="vert1" presStyleCnt="0"/>
      <dgm:spPr/>
    </dgm:pt>
    <dgm:pt modelId="{DB285C75-1390-4E43-9607-9E402A065F70}" type="pres">
      <dgm:prSet presAssocID="{74CB3694-8925-4EE5-AA71-5006F1DA4279}" presName="thickLine" presStyleLbl="alignNode1" presStyleIdx="7" presStyleCnt="11"/>
      <dgm:spPr/>
    </dgm:pt>
    <dgm:pt modelId="{09F37A6C-2793-4F6E-A1FF-81476B8E4797}" type="pres">
      <dgm:prSet presAssocID="{74CB3694-8925-4EE5-AA71-5006F1DA4279}" presName="horz1" presStyleCnt="0"/>
      <dgm:spPr/>
    </dgm:pt>
    <dgm:pt modelId="{6804032A-9EAF-4340-AB45-209179BC2B07}" type="pres">
      <dgm:prSet presAssocID="{74CB3694-8925-4EE5-AA71-5006F1DA4279}" presName="tx1" presStyleLbl="revTx" presStyleIdx="7" presStyleCnt="11"/>
      <dgm:spPr/>
    </dgm:pt>
    <dgm:pt modelId="{52F343E3-831A-4C12-884B-CDE5F188CEFD}" type="pres">
      <dgm:prSet presAssocID="{74CB3694-8925-4EE5-AA71-5006F1DA4279}" presName="vert1" presStyleCnt="0"/>
      <dgm:spPr/>
    </dgm:pt>
    <dgm:pt modelId="{8227E86A-233C-4569-B4EA-A5EAC7660136}" type="pres">
      <dgm:prSet presAssocID="{B23539CF-5F0D-4E23-BCD3-07D58CB09884}" presName="thickLine" presStyleLbl="alignNode1" presStyleIdx="8" presStyleCnt="11"/>
      <dgm:spPr/>
    </dgm:pt>
    <dgm:pt modelId="{2FB61B94-12B8-4467-8191-D6FDA4E6A38A}" type="pres">
      <dgm:prSet presAssocID="{B23539CF-5F0D-4E23-BCD3-07D58CB09884}" presName="horz1" presStyleCnt="0"/>
      <dgm:spPr/>
    </dgm:pt>
    <dgm:pt modelId="{E9C2530C-C1CE-4866-A335-83FC10DBF07D}" type="pres">
      <dgm:prSet presAssocID="{B23539CF-5F0D-4E23-BCD3-07D58CB09884}" presName="tx1" presStyleLbl="revTx" presStyleIdx="8" presStyleCnt="11"/>
      <dgm:spPr/>
    </dgm:pt>
    <dgm:pt modelId="{3A6E1439-BB06-4AC4-8840-E68EFD8AF8EF}" type="pres">
      <dgm:prSet presAssocID="{B23539CF-5F0D-4E23-BCD3-07D58CB09884}" presName="vert1" presStyleCnt="0"/>
      <dgm:spPr/>
    </dgm:pt>
    <dgm:pt modelId="{C88737C5-3623-41FE-B9BA-A678C75562E6}" type="pres">
      <dgm:prSet presAssocID="{713EFF4B-0F49-473E-B2EF-E25500B2998B}" presName="thickLine" presStyleLbl="alignNode1" presStyleIdx="9" presStyleCnt="11"/>
      <dgm:spPr/>
    </dgm:pt>
    <dgm:pt modelId="{F5149A3D-61B3-4342-879E-98023B6B1F88}" type="pres">
      <dgm:prSet presAssocID="{713EFF4B-0F49-473E-B2EF-E25500B2998B}" presName="horz1" presStyleCnt="0"/>
      <dgm:spPr/>
    </dgm:pt>
    <dgm:pt modelId="{2D4AD116-D6F6-47FD-9DD2-F9542118953A}" type="pres">
      <dgm:prSet presAssocID="{713EFF4B-0F49-473E-B2EF-E25500B2998B}" presName="tx1" presStyleLbl="revTx" presStyleIdx="9" presStyleCnt="11"/>
      <dgm:spPr/>
    </dgm:pt>
    <dgm:pt modelId="{B4543092-F542-4F39-ABD5-58A868D1D28B}" type="pres">
      <dgm:prSet presAssocID="{713EFF4B-0F49-473E-B2EF-E25500B2998B}" presName="vert1" presStyleCnt="0"/>
      <dgm:spPr/>
    </dgm:pt>
    <dgm:pt modelId="{B6925F0A-3EAC-4AB6-BB48-CB8317664927}" type="pres">
      <dgm:prSet presAssocID="{A6781DA4-4B6C-453C-B82A-D7D1FC9EFD7C}" presName="thickLine" presStyleLbl="alignNode1" presStyleIdx="10" presStyleCnt="11"/>
      <dgm:spPr/>
    </dgm:pt>
    <dgm:pt modelId="{CE899AB0-7082-4D53-89DC-FD9C45053718}" type="pres">
      <dgm:prSet presAssocID="{A6781DA4-4B6C-453C-B82A-D7D1FC9EFD7C}" presName="horz1" presStyleCnt="0"/>
      <dgm:spPr/>
    </dgm:pt>
    <dgm:pt modelId="{2D0F778C-177E-4719-90DA-1B54327A1F21}" type="pres">
      <dgm:prSet presAssocID="{A6781DA4-4B6C-453C-B82A-D7D1FC9EFD7C}" presName="tx1" presStyleLbl="revTx" presStyleIdx="10" presStyleCnt="11"/>
      <dgm:spPr/>
    </dgm:pt>
    <dgm:pt modelId="{ED6DB898-8EDB-46AE-8E33-5F66A118859A}" type="pres">
      <dgm:prSet presAssocID="{A6781DA4-4B6C-453C-B82A-D7D1FC9EFD7C}" presName="vert1" presStyleCnt="0"/>
      <dgm:spPr/>
    </dgm:pt>
  </dgm:ptLst>
  <dgm:cxnLst>
    <dgm:cxn modelId="{1268C004-F206-4BF4-9A85-725BC573360D}" type="presOf" srcId="{E8F113D2-2B8A-4F4B-8A7E-C97AAF51B1FD}" destId="{6249E8EF-4E25-4C38-B65A-9866E0502168}" srcOrd="0" destOrd="0" presId="urn:microsoft.com/office/officeart/2008/layout/LinedList"/>
    <dgm:cxn modelId="{30B1EC0A-F4C7-4381-B108-B042D17324FC}" type="presOf" srcId="{74CB3694-8925-4EE5-AA71-5006F1DA4279}" destId="{6804032A-9EAF-4340-AB45-209179BC2B07}" srcOrd="0" destOrd="0" presId="urn:microsoft.com/office/officeart/2008/layout/LinedList"/>
    <dgm:cxn modelId="{FE55D70C-66C8-4A22-9751-925579EBD520}" type="presOf" srcId="{EF3DCBC3-FAEF-40FF-B14F-72506703D69B}" destId="{390F71B8-EEE3-4874-96F5-BBC5AF6F23F9}" srcOrd="0" destOrd="0" presId="urn:microsoft.com/office/officeart/2008/layout/LinedList"/>
    <dgm:cxn modelId="{1426DE15-FC49-4E1F-805F-63E68478266A}" srcId="{A48411B6-05A3-4C96-9829-B2EDF9421A45}" destId="{74CB3694-8925-4EE5-AA71-5006F1DA4279}" srcOrd="7" destOrd="0" parTransId="{A00C86FD-AA63-461D-A474-C0FA571C207D}" sibTransId="{CBDF0648-9D02-4328-8841-305522D0824B}"/>
    <dgm:cxn modelId="{4ECCC367-3BE8-449F-B4F3-7E7E71AD2563}" srcId="{A48411B6-05A3-4C96-9829-B2EDF9421A45}" destId="{E8F113D2-2B8A-4F4B-8A7E-C97AAF51B1FD}" srcOrd="6" destOrd="0" parTransId="{C81FA072-43CB-4A9B-A073-C6C666C19B09}" sibTransId="{05FD1A56-5AF3-414F-8DCC-FCEA82D364C8}"/>
    <dgm:cxn modelId="{E5888373-F07A-473D-8280-CC48D412FED7}" srcId="{A48411B6-05A3-4C96-9829-B2EDF9421A45}" destId="{46D75063-4945-4B77-BD37-D7CC28657273}" srcOrd="4" destOrd="0" parTransId="{9BB65A76-E38F-487B-ABBC-1DCA36328D4C}" sibTransId="{61ABAB7F-802F-41BD-A05D-8422C684237B}"/>
    <dgm:cxn modelId="{65F2707A-F1B8-438F-AA0B-51E6BFBEBBB3}" type="presOf" srcId="{B23539CF-5F0D-4E23-BCD3-07D58CB09884}" destId="{E9C2530C-C1CE-4866-A335-83FC10DBF07D}" srcOrd="0" destOrd="0" presId="urn:microsoft.com/office/officeart/2008/layout/LinedList"/>
    <dgm:cxn modelId="{82D96F88-5A86-4885-B106-CC34B03F951C}" srcId="{A48411B6-05A3-4C96-9829-B2EDF9421A45}" destId="{713EFF4B-0F49-473E-B2EF-E25500B2998B}" srcOrd="9" destOrd="0" parTransId="{003F83FF-C97E-4076-AD05-2E96BE5BFFF8}" sibTransId="{8F405075-4421-475A-B2AF-0C5A2611C720}"/>
    <dgm:cxn modelId="{C6AD2A8D-A52D-4DB6-A9C7-DC31796CA5AE}" type="presOf" srcId="{CF44315E-DB99-4309-9FE6-E6099E6DDFC7}" destId="{B5BCE76C-817F-410E-B0C4-0C4800B412BB}" srcOrd="0" destOrd="0" presId="urn:microsoft.com/office/officeart/2008/layout/LinedList"/>
    <dgm:cxn modelId="{8EFF659C-B74A-4D2A-9B6B-F617E8427119}" srcId="{A48411B6-05A3-4C96-9829-B2EDF9421A45}" destId="{CF44315E-DB99-4309-9FE6-E6099E6DDFC7}" srcOrd="5" destOrd="0" parTransId="{222FF87B-E20A-46C3-B243-7691E36DA168}" sibTransId="{9EFB540D-254C-498C-9058-5F80E74CAD1A}"/>
    <dgm:cxn modelId="{A7368FA5-FFA6-40DC-A6BE-0DD8EE50EC28}" type="presOf" srcId="{A48411B6-05A3-4C96-9829-B2EDF9421A45}" destId="{E56C59B8-1DD1-4559-9FE6-E8932ACD2A5E}" srcOrd="0" destOrd="0" presId="urn:microsoft.com/office/officeart/2008/layout/LinedList"/>
    <dgm:cxn modelId="{399E2CAF-601B-45EA-839B-3C4DF7C04C42}" srcId="{A48411B6-05A3-4C96-9829-B2EDF9421A45}" destId="{74AA97F4-ADEA-43B4-8B40-6A4A6C3D3F8C}" srcOrd="0" destOrd="0" parTransId="{C8066CBE-3B4F-445D-80FC-F7EA4C3E32CD}" sibTransId="{80B9E774-24FF-47D8-A9F2-DD6ADD0E7032}"/>
    <dgm:cxn modelId="{14EDE4B3-1F5B-4962-86FA-63115FC65E83}" type="presOf" srcId="{713EFF4B-0F49-473E-B2EF-E25500B2998B}" destId="{2D4AD116-D6F6-47FD-9DD2-F9542118953A}" srcOrd="0" destOrd="0" presId="urn:microsoft.com/office/officeart/2008/layout/LinedList"/>
    <dgm:cxn modelId="{1F9C48B6-1566-4488-A032-253ABFB8D679}" type="presOf" srcId="{A6781DA4-4B6C-453C-B82A-D7D1FC9EFD7C}" destId="{2D0F778C-177E-4719-90DA-1B54327A1F21}" srcOrd="0" destOrd="0" presId="urn:microsoft.com/office/officeart/2008/layout/LinedList"/>
    <dgm:cxn modelId="{109DE4B6-600C-43C8-B92F-3D5F700BAF84}" srcId="{A48411B6-05A3-4C96-9829-B2EDF9421A45}" destId="{B23539CF-5F0D-4E23-BCD3-07D58CB09884}" srcOrd="8" destOrd="0" parTransId="{93BC6A8D-0CB5-4F69-BAA7-244D7FE69256}" sibTransId="{0A1564C1-2457-48DC-A547-20972C66774A}"/>
    <dgm:cxn modelId="{B90DA3C6-C18B-4BC0-A379-A43617E02D66}" type="presOf" srcId="{E62120D2-4700-42C3-B7C1-E295CF209ACC}" destId="{7A36EE34-1F95-45C2-AEC5-104BEBA83CB7}" srcOrd="0" destOrd="0" presId="urn:microsoft.com/office/officeart/2008/layout/LinedList"/>
    <dgm:cxn modelId="{EE415FDA-0984-433C-9226-F675BA7860EE}" srcId="{A48411B6-05A3-4C96-9829-B2EDF9421A45}" destId="{E83EBF3F-10AB-4600-A991-30C9F64C5C82}" srcOrd="1" destOrd="0" parTransId="{7DBA36DE-4B61-4979-80CF-D18C6EB5F928}" sibTransId="{99B79BB1-3DEB-4EEE-ACAA-63FF8385DAEE}"/>
    <dgm:cxn modelId="{4B6FAEE9-48D2-4204-95A7-FD1204CAD9B9}" srcId="{A48411B6-05A3-4C96-9829-B2EDF9421A45}" destId="{EF3DCBC3-FAEF-40FF-B14F-72506703D69B}" srcOrd="2" destOrd="0" parTransId="{70F11586-DCD2-4E5C-8B07-31F1838B677C}" sibTransId="{E99C1A71-BE5D-4B45-AC61-5A1CE50E27A1}"/>
    <dgm:cxn modelId="{841C46EB-EF6F-4A11-813F-974E84001807}" type="presOf" srcId="{E83EBF3F-10AB-4600-A991-30C9F64C5C82}" destId="{32034523-6951-4EEE-90E7-B102C640AAAC}" srcOrd="0" destOrd="0" presId="urn:microsoft.com/office/officeart/2008/layout/LinedList"/>
    <dgm:cxn modelId="{BE4769F0-684C-42D1-ACF4-91B6942C3FF5}" srcId="{A48411B6-05A3-4C96-9829-B2EDF9421A45}" destId="{E62120D2-4700-42C3-B7C1-E295CF209ACC}" srcOrd="3" destOrd="0" parTransId="{66C86065-6518-4E4B-A528-898406DA3D3A}" sibTransId="{60B96E02-08D2-42D2-8445-6ACCD84FB028}"/>
    <dgm:cxn modelId="{98930FF9-5CA6-4EAC-B805-4E8F3378FBA1}" type="presOf" srcId="{46D75063-4945-4B77-BD37-D7CC28657273}" destId="{DD5E61CC-B24B-4CB2-8EC4-8CF5D741554F}" srcOrd="0" destOrd="0" presId="urn:microsoft.com/office/officeart/2008/layout/LinedList"/>
    <dgm:cxn modelId="{F7079FFC-A78F-43CA-9413-5706ADFF8384}" srcId="{A48411B6-05A3-4C96-9829-B2EDF9421A45}" destId="{A6781DA4-4B6C-453C-B82A-D7D1FC9EFD7C}" srcOrd="10" destOrd="0" parTransId="{E7E7D49A-301E-4489-8353-6D9BB14917C9}" sibTransId="{CD8E3EED-6180-4E5E-AB18-E4D2D27F1AE5}"/>
    <dgm:cxn modelId="{97B80AFD-9846-4B82-B8E8-1DE531E360AB}" type="presOf" srcId="{74AA97F4-ADEA-43B4-8B40-6A4A6C3D3F8C}" destId="{49044936-AD92-4945-98FC-380AF009E30E}" srcOrd="0" destOrd="0" presId="urn:microsoft.com/office/officeart/2008/layout/LinedList"/>
    <dgm:cxn modelId="{3A328FF3-1C73-4FB2-8D89-2C0D8D3FAB85}" type="presParOf" srcId="{E56C59B8-1DD1-4559-9FE6-E8932ACD2A5E}" destId="{0D31A24D-A0B5-4CE9-9F9F-53020EAF1D9D}" srcOrd="0" destOrd="0" presId="urn:microsoft.com/office/officeart/2008/layout/LinedList"/>
    <dgm:cxn modelId="{5BD3362B-5EF3-498A-B23F-B41B51D74855}" type="presParOf" srcId="{E56C59B8-1DD1-4559-9FE6-E8932ACD2A5E}" destId="{54D5B0AB-EC60-4B01-989B-03D1B7DB48B7}" srcOrd="1" destOrd="0" presId="urn:microsoft.com/office/officeart/2008/layout/LinedList"/>
    <dgm:cxn modelId="{9EF3C5D3-EEF5-4D3D-99DC-9A00E1A740F0}" type="presParOf" srcId="{54D5B0AB-EC60-4B01-989B-03D1B7DB48B7}" destId="{49044936-AD92-4945-98FC-380AF009E30E}" srcOrd="0" destOrd="0" presId="urn:microsoft.com/office/officeart/2008/layout/LinedList"/>
    <dgm:cxn modelId="{8E7774D1-B6D3-42A1-BD39-8038B5423D76}" type="presParOf" srcId="{54D5B0AB-EC60-4B01-989B-03D1B7DB48B7}" destId="{7B6A5A9F-B110-4909-9959-994940B6AAA4}" srcOrd="1" destOrd="0" presId="urn:microsoft.com/office/officeart/2008/layout/LinedList"/>
    <dgm:cxn modelId="{88D58842-27CC-43CA-B184-5755A28B6922}" type="presParOf" srcId="{E56C59B8-1DD1-4559-9FE6-E8932ACD2A5E}" destId="{C85E6BB3-B867-48C9-AE5B-589DCF4385CD}" srcOrd="2" destOrd="0" presId="urn:microsoft.com/office/officeart/2008/layout/LinedList"/>
    <dgm:cxn modelId="{D97B064D-4973-4A75-8BFA-2C4F2A3C5E15}" type="presParOf" srcId="{E56C59B8-1DD1-4559-9FE6-E8932ACD2A5E}" destId="{BA00D8D3-B503-48DB-8E69-EC815E19F8A5}" srcOrd="3" destOrd="0" presId="urn:microsoft.com/office/officeart/2008/layout/LinedList"/>
    <dgm:cxn modelId="{F5B4331B-978C-40D2-8215-B3A04F31241B}" type="presParOf" srcId="{BA00D8D3-B503-48DB-8E69-EC815E19F8A5}" destId="{32034523-6951-4EEE-90E7-B102C640AAAC}" srcOrd="0" destOrd="0" presId="urn:microsoft.com/office/officeart/2008/layout/LinedList"/>
    <dgm:cxn modelId="{3655BC32-5D97-4FC8-B48A-9CAE97E7A196}" type="presParOf" srcId="{BA00D8D3-B503-48DB-8E69-EC815E19F8A5}" destId="{D5E62377-09C6-47D7-A574-770D14223EDA}" srcOrd="1" destOrd="0" presId="urn:microsoft.com/office/officeart/2008/layout/LinedList"/>
    <dgm:cxn modelId="{4DC4F8A5-C12B-4B4C-AE39-67E411C57BA8}" type="presParOf" srcId="{E56C59B8-1DD1-4559-9FE6-E8932ACD2A5E}" destId="{D4A473DF-B3F0-4724-A884-88C5FCD1F379}" srcOrd="4" destOrd="0" presId="urn:microsoft.com/office/officeart/2008/layout/LinedList"/>
    <dgm:cxn modelId="{3A225BA1-5380-449C-8032-A8DD9B22EC3A}" type="presParOf" srcId="{E56C59B8-1DD1-4559-9FE6-E8932ACD2A5E}" destId="{CEFC4479-4B84-4289-A536-EAE017123E6D}" srcOrd="5" destOrd="0" presId="urn:microsoft.com/office/officeart/2008/layout/LinedList"/>
    <dgm:cxn modelId="{34253BA4-E287-4E0E-BA22-0303CDA1D3D7}" type="presParOf" srcId="{CEFC4479-4B84-4289-A536-EAE017123E6D}" destId="{390F71B8-EEE3-4874-96F5-BBC5AF6F23F9}" srcOrd="0" destOrd="0" presId="urn:microsoft.com/office/officeart/2008/layout/LinedList"/>
    <dgm:cxn modelId="{F1B7773C-550E-4CBF-9297-8652866E355A}" type="presParOf" srcId="{CEFC4479-4B84-4289-A536-EAE017123E6D}" destId="{5C7C8AB6-2271-4539-954C-15284463B74E}" srcOrd="1" destOrd="0" presId="urn:microsoft.com/office/officeart/2008/layout/LinedList"/>
    <dgm:cxn modelId="{98E8AE24-CCEC-4918-A3A0-258E6098F859}" type="presParOf" srcId="{E56C59B8-1DD1-4559-9FE6-E8932ACD2A5E}" destId="{C3747174-499E-4502-AC62-DDC52E0992B0}" srcOrd="6" destOrd="0" presId="urn:microsoft.com/office/officeart/2008/layout/LinedList"/>
    <dgm:cxn modelId="{BBFD565F-E89E-418E-8499-72ADAED51490}" type="presParOf" srcId="{E56C59B8-1DD1-4559-9FE6-E8932ACD2A5E}" destId="{9792EE22-2129-4434-A687-9711D126AE58}" srcOrd="7" destOrd="0" presId="urn:microsoft.com/office/officeart/2008/layout/LinedList"/>
    <dgm:cxn modelId="{1371CCF8-38BC-406A-B54F-60E008EC0C4E}" type="presParOf" srcId="{9792EE22-2129-4434-A687-9711D126AE58}" destId="{7A36EE34-1F95-45C2-AEC5-104BEBA83CB7}" srcOrd="0" destOrd="0" presId="urn:microsoft.com/office/officeart/2008/layout/LinedList"/>
    <dgm:cxn modelId="{FFB20DC0-FF98-4060-9E2B-DB752B834F3F}" type="presParOf" srcId="{9792EE22-2129-4434-A687-9711D126AE58}" destId="{FD82B357-460B-4513-AE87-7EEE5D376C01}" srcOrd="1" destOrd="0" presId="urn:microsoft.com/office/officeart/2008/layout/LinedList"/>
    <dgm:cxn modelId="{74BB43D9-6278-4A03-98FC-615E2CFC1800}" type="presParOf" srcId="{E56C59B8-1DD1-4559-9FE6-E8932ACD2A5E}" destId="{3F91D7A7-078F-4826-A0BD-3F35DD73E244}" srcOrd="8" destOrd="0" presId="urn:microsoft.com/office/officeart/2008/layout/LinedList"/>
    <dgm:cxn modelId="{33807059-A02A-47C0-A4BE-357E9C36172A}" type="presParOf" srcId="{E56C59B8-1DD1-4559-9FE6-E8932ACD2A5E}" destId="{8122B9DF-5C7C-4837-B1AE-1B90264F57F0}" srcOrd="9" destOrd="0" presId="urn:microsoft.com/office/officeart/2008/layout/LinedList"/>
    <dgm:cxn modelId="{EC3957E7-BFCA-43D9-B98C-D8A19ABB8B29}" type="presParOf" srcId="{8122B9DF-5C7C-4837-B1AE-1B90264F57F0}" destId="{DD5E61CC-B24B-4CB2-8EC4-8CF5D741554F}" srcOrd="0" destOrd="0" presId="urn:microsoft.com/office/officeart/2008/layout/LinedList"/>
    <dgm:cxn modelId="{1444C39C-9CDE-4727-9F4E-82EB90B7A973}" type="presParOf" srcId="{8122B9DF-5C7C-4837-B1AE-1B90264F57F0}" destId="{81D96EEA-9ED2-4D81-8169-57980DAABC54}" srcOrd="1" destOrd="0" presId="urn:microsoft.com/office/officeart/2008/layout/LinedList"/>
    <dgm:cxn modelId="{187C326A-C38F-43A0-BA67-C9AF82D03334}" type="presParOf" srcId="{E56C59B8-1DD1-4559-9FE6-E8932ACD2A5E}" destId="{9DC5DCFB-983A-4720-BD58-CD33D38D5376}" srcOrd="10" destOrd="0" presId="urn:microsoft.com/office/officeart/2008/layout/LinedList"/>
    <dgm:cxn modelId="{C43E971A-5E3E-48FF-80ED-43AC367D7718}" type="presParOf" srcId="{E56C59B8-1DD1-4559-9FE6-E8932ACD2A5E}" destId="{4353CD48-0D82-4404-9E31-738AA62A9531}" srcOrd="11" destOrd="0" presId="urn:microsoft.com/office/officeart/2008/layout/LinedList"/>
    <dgm:cxn modelId="{49F3A65B-5617-4649-B5F7-7474661CB1F3}" type="presParOf" srcId="{4353CD48-0D82-4404-9E31-738AA62A9531}" destId="{B5BCE76C-817F-410E-B0C4-0C4800B412BB}" srcOrd="0" destOrd="0" presId="urn:microsoft.com/office/officeart/2008/layout/LinedList"/>
    <dgm:cxn modelId="{F91B2131-85FD-467A-A20D-FCC18612CD67}" type="presParOf" srcId="{4353CD48-0D82-4404-9E31-738AA62A9531}" destId="{4871CCCB-E802-48DD-B93F-AD93FEAEE664}" srcOrd="1" destOrd="0" presId="urn:microsoft.com/office/officeart/2008/layout/LinedList"/>
    <dgm:cxn modelId="{55CB42E2-75B3-4BE7-B0C2-B802861A0E57}" type="presParOf" srcId="{E56C59B8-1DD1-4559-9FE6-E8932ACD2A5E}" destId="{BF604AF4-2A8A-4C7D-B2B6-ADF22D74F618}" srcOrd="12" destOrd="0" presId="urn:microsoft.com/office/officeart/2008/layout/LinedList"/>
    <dgm:cxn modelId="{27B95049-EB8A-4C41-AAEE-973D722F3DB4}" type="presParOf" srcId="{E56C59B8-1DD1-4559-9FE6-E8932ACD2A5E}" destId="{829B7BD2-5A6E-4254-B1FA-8A5BC4E5A3A1}" srcOrd="13" destOrd="0" presId="urn:microsoft.com/office/officeart/2008/layout/LinedList"/>
    <dgm:cxn modelId="{27A9A088-C23D-44EA-B024-1ABA405D2142}" type="presParOf" srcId="{829B7BD2-5A6E-4254-B1FA-8A5BC4E5A3A1}" destId="{6249E8EF-4E25-4C38-B65A-9866E0502168}" srcOrd="0" destOrd="0" presId="urn:microsoft.com/office/officeart/2008/layout/LinedList"/>
    <dgm:cxn modelId="{9B70D13D-4AF1-43A8-95E5-593C8CDF27A1}" type="presParOf" srcId="{829B7BD2-5A6E-4254-B1FA-8A5BC4E5A3A1}" destId="{61D7D74D-25CA-43A5-A635-AC11DEF12E23}" srcOrd="1" destOrd="0" presId="urn:microsoft.com/office/officeart/2008/layout/LinedList"/>
    <dgm:cxn modelId="{8C96C932-1046-480C-A3F2-12D86802924A}" type="presParOf" srcId="{E56C59B8-1DD1-4559-9FE6-E8932ACD2A5E}" destId="{DB285C75-1390-4E43-9607-9E402A065F70}" srcOrd="14" destOrd="0" presId="urn:microsoft.com/office/officeart/2008/layout/LinedList"/>
    <dgm:cxn modelId="{9665AC35-64B1-4D43-B3DA-3FAB11E788C8}" type="presParOf" srcId="{E56C59B8-1DD1-4559-9FE6-E8932ACD2A5E}" destId="{09F37A6C-2793-4F6E-A1FF-81476B8E4797}" srcOrd="15" destOrd="0" presId="urn:microsoft.com/office/officeart/2008/layout/LinedList"/>
    <dgm:cxn modelId="{5477B602-E974-4D8E-86B2-5592D5C2A479}" type="presParOf" srcId="{09F37A6C-2793-4F6E-A1FF-81476B8E4797}" destId="{6804032A-9EAF-4340-AB45-209179BC2B07}" srcOrd="0" destOrd="0" presId="urn:microsoft.com/office/officeart/2008/layout/LinedList"/>
    <dgm:cxn modelId="{EAAFAAA4-2481-4475-B2EE-4A182FB33F2C}" type="presParOf" srcId="{09F37A6C-2793-4F6E-A1FF-81476B8E4797}" destId="{52F343E3-831A-4C12-884B-CDE5F188CEFD}" srcOrd="1" destOrd="0" presId="urn:microsoft.com/office/officeart/2008/layout/LinedList"/>
    <dgm:cxn modelId="{1604F238-0D1C-4571-A97F-DBD7AC959D9C}" type="presParOf" srcId="{E56C59B8-1DD1-4559-9FE6-E8932ACD2A5E}" destId="{8227E86A-233C-4569-B4EA-A5EAC7660136}" srcOrd="16" destOrd="0" presId="urn:microsoft.com/office/officeart/2008/layout/LinedList"/>
    <dgm:cxn modelId="{F3DF465E-8C1F-430D-8F54-F4104A7F07D4}" type="presParOf" srcId="{E56C59B8-1DD1-4559-9FE6-E8932ACD2A5E}" destId="{2FB61B94-12B8-4467-8191-D6FDA4E6A38A}" srcOrd="17" destOrd="0" presId="urn:microsoft.com/office/officeart/2008/layout/LinedList"/>
    <dgm:cxn modelId="{E9223B85-194A-499A-8F9C-159EB74C189F}" type="presParOf" srcId="{2FB61B94-12B8-4467-8191-D6FDA4E6A38A}" destId="{E9C2530C-C1CE-4866-A335-83FC10DBF07D}" srcOrd="0" destOrd="0" presId="urn:microsoft.com/office/officeart/2008/layout/LinedList"/>
    <dgm:cxn modelId="{11B496F7-D348-4827-A098-BE203A8754B4}" type="presParOf" srcId="{2FB61B94-12B8-4467-8191-D6FDA4E6A38A}" destId="{3A6E1439-BB06-4AC4-8840-E68EFD8AF8EF}" srcOrd="1" destOrd="0" presId="urn:microsoft.com/office/officeart/2008/layout/LinedList"/>
    <dgm:cxn modelId="{1521214A-D5AD-4FF3-ACA0-8987DD8B2B44}" type="presParOf" srcId="{E56C59B8-1DD1-4559-9FE6-E8932ACD2A5E}" destId="{C88737C5-3623-41FE-B9BA-A678C75562E6}" srcOrd="18" destOrd="0" presId="urn:microsoft.com/office/officeart/2008/layout/LinedList"/>
    <dgm:cxn modelId="{8536DA28-03C9-4E8D-B0CE-CBE2AC460672}" type="presParOf" srcId="{E56C59B8-1DD1-4559-9FE6-E8932ACD2A5E}" destId="{F5149A3D-61B3-4342-879E-98023B6B1F88}" srcOrd="19" destOrd="0" presId="urn:microsoft.com/office/officeart/2008/layout/LinedList"/>
    <dgm:cxn modelId="{1178634E-B738-4680-BE06-3984CA5F5C8D}" type="presParOf" srcId="{F5149A3D-61B3-4342-879E-98023B6B1F88}" destId="{2D4AD116-D6F6-47FD-9DD2-F9542118953A}" srcOrd="0" destOrd="0" presId="urn:microsoft.com/office/officeart/2008/layout/LinedList"/>
    <dgm:cxn modelId="{E056BDC8-62A1-4638-B5A0-A0230F5E35B3}" type="presParOf" srcId="{F5149A3D-61B3-4342-879E-98023B6B1F88}" destId="{B4543092-F542-4F39-ABD5-58A868D1D28B}" srcOrd="1" destOrd="0" presId="urn:microsoft.com/office/officeart/2008/layout/LinedList"/>
    <dgm:cxn modelId="{5A06E17B-808A-4652-BAF6-401EF3E30C05}" type="presParOf" srcId="{E56C59B8-1DD1-4559-9FE6-E8932ACD2A5E}" destId="{B6925F0A-3EAC-4AB6-BB48-CB8317664927}" srcOrd="20" destOrd="0" presId="urn:microsoft.com/office/officeart/2008/layout/LinedList"/>
    <dgm:cxn modelId="{1F1B52D8-54D7-4D7C-BC75-2E663076DC32}" type="presParOf" srcId="{E56C59B8-1DD1-4559-9FE6-E8932ACD2A5E}" destId="{CE899AB0-7082-4D53-89DC-FD9C45053718}" srcOrd="21" destOrd="0" presId="urn:microsoft.com/office/officeart/2008/layout/LinedList"/>
    <dgm:cxn modelId="{9AA33828-5308-4048-8F67-AE109D648A87}" type="presParOf" srcId="{CE899AB0-7082-4D53-89DC-FD9C45053718}" destId="{2D0F778C-177E-4719-90DA-1B54327A1F21}" srcOrd="0" destOrd="0" presId="urn:microsoft.com/office/officeart/2008/layout/LinedList"/>
    <dgm:cxn modelId="{DD55CC8B-283A-4B41-89A7-03F36477BEA9}" type="presParOf" srcId="{CE899AB0-7082-4D53-89DC-FD9C45053718}" destId="{ED6DB898-8EDB-46AE-8E33-5F66A11885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E92B310-F82C-4115-9C18-D02DDD87C939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768177B7-A394-49CF-A6CC-CF720F293FD6}">
      <dgm:prSet/>
      <dgm:spPr/>
      <dgm:t>
        <a:bodyPr/>
        <a:lstStyle/>
        <a:p>
          <a:r>
            <a:rPr lang="en-US" b="1"/>
            <a:t>STUDENT                           </a:t>
          </a:r>
          <a:endParaRPr lang="en-US"/>
        </a:p>
      </dgm:t>
    </dgm:pt>
    <dgm:pt modelId="{67115F9B-5C6A-47BD-8F36-69A7DC942B2F}" type="parTrans" cxnId="{900F093D-71B4-4AAF-BE3D-DC3D07498FF6}">
      <dgm:prSet/>
      <dgm:spPr/>
      <dgm:t>
        <a:bodyPr/>
        <a:lstStyle/>
        <a:p>
          <a:endParaRPr lang="en-US"/>
        </a:p>
      </dgm:t>
    </dgm:pt>
    <dgm:pt modelId="{ECCD6C81-E2A2-4B4A-941D-6C5414CC5801}" type="sibTrans" cxnId="{900F093D-71B4-4AAF-BE3D-DC3D07498FF6}">
      <dgm:prSet/>
      <dgm:spPr/>
      <dgm:t>
        <a:bodyPr/>
        <a:lstStyle/>
        <a:p>
          <a:endParaRPr lang="en-US"/>
        </a:p>
      </dgm:t>
    </dgm:pt>
    <dgm:pt modelId="{BD8915E4-7659-4131-BBA4-6269FC8D8910}">
      <dgm:prSet/>
      <dgm:spPr/>
      <dgm:t>
        <a:bodyPr/>
        <a:lstStyle/>
        <a:p>
          <a:r>
            <a:rPr lang="en-US" b="1"/>
            <a:t>• Register / Login / Forgot Password                   </a:t>
          </a:r>
          <a:endParaRPr lang="en-US"/>
        </a:p>
      </dgm:t>
    </dgm:pt>
    <dgm:pt modelId="{DF5E06B3-4989-4D4A-9C14-344556F75407}" type="parTrans" cxnId="{E60F35DA-9340-43C3-9C1F-5A4E34862052}">
      <dgm:prSet/>
      <dgm:spPr/>
      <dgm:t>
        <a:bodyPr/>
        <a:lstStyle/>
        <a:p>
          <a:endParaRPr lang="en-US"/>
        </a:p>
      </dgm:t>
    </dgm:pt>
    <dgm:pt modelId="{BC3C0906-57B9-4068-B7F7-AB1AE14ADD88}" type="sibTrans" cxnId="{E60F35DA-9340-43C3-9C1F-5A4E34862052}">
      <dgm:prSet/>
      <dgm:spPr/>
      <dgm:t>
        <a:bodyPr/>
        <a:lstStyle/>
        <a:p>
          <a:endParaRPr lang="en-US"/>
        </a:p>
      </dgm:t>
    </dgm:pt>
    <dgm:pt modelId="{8EF9A418-E932-440B-8E12-672B7EB5E1C7}">
      <dgm:prSet/>
      <dgm:spPr/>
      <dgm:t>
        <a:bodyPr/>
        <a:lstStyle/>
        <a:p>
          <a:r>
            <a:rPr lang="en-US" b="1"/>
            <a:t>• Browse &amp; Search Internships                          </a:t>
          </a:r>
          <a:endParaRPr lang="en-US"/>
        </a:p>
      </dgm:t>
    </dgm:pt>
    <dgm:pt modelId="{822D5E5D-7BC5-496C-846E-6C493D685EBC}" type="parTrans" cxnId="{BCD4EC7E-407A-4D70-AD33-59121538EF57}">
      <dgm:prSet/>
      <dgm:spPr/>
      <dgm:t>
        <a:bodyPr/>
        <a:lstStyle/>
        <a:p>
          <a:endParaRPr lang="en-US"/>
        </a:p>
      </dgm:t>
    </dgm:pt>
    <dgm:pt modelId="{7195B3A3-B40F-43C4-B52E-667DABFCCD1B}" type="sibTrans" cxnId="{BCD4EC7E-407A-4D70-AD33-59121538EF57}">
      <dgm:prSet/>
      <dgm:spPr/>
      <dgm:t>
        <a:bodyPr/>
        <a:lstStyle/>
        <a:p>
          <a:endParaRPr lang="en-US"/>
        </a:p>
      </dgm:t>
    </dgm:pt>
    <dgm:pt modelId="{4D716873-DA88-41B2-8351-AD40ADE30F9E}">
      <dgm:prSet/>
      <dgm:spPr/>
      <dgm:t>
        <a:bodyPr/>
        <a:lstStyle/>
        <a:p>
          <a:r>
            <a:rPr lang="en-US" b="1"/>
            <a:t>• Apply with Resume &amp; Cover Letter                    </a:t>
          </a:r>
          <a:endParaRPr lang="en-US"/>
        </a:p>
      </dgm:t>
    </dgm:pt>
    <dgm:pt modelId="{CA71E1B9-36DC-4D45-A2F4-C59C4C2C6B87}" type="parTrans" cxnId="{3BACE9D5-25A4-4B89-8BE1-222F19618618}">
      <dgm:prSet/>
      <dgm:spPr/>
      <dgm:t>
        <a:bodyPr/>
        <a:lstStyle/>
        <a:p>
          <a:endParaRPr lang="en-US"/>
        </a:p>
      </dgm:t>
    </dgm:pt>
    <dgm:pt modelId="{3317B369-AE41-44F0-BEBE-8091AED8B069}" type="sibTrans" cxnId="{3BACE9D5-25A4-4B89-8BE1-222F19618618}">
      <dgm:prSet/>
      <dgm:spPr/>
      <dgm:t>
        <a:bodyPr/>
        <a:lstStyle/>
        <a:p>
          <a:endParaRPr lang="en-US"/>
        </a:p>
      </dgm:t>
    </dgm:pt>
    <dgm:pt modelId="{04C03027-7B70-442A-B626-8FD5BC8E008D}">
      <dgm:prSet/>
      <dgm:spPr/>
      <dgm:t>
        <a:bodyPr/>
        <a:lstStyle/>
        <a:p>
          <a:r>
            <a:rPr lang="en-US" b="1"/>
            <a:t>• Track Application Status                             </a:t>
          </a:r>
          <a:endParaRPr lang="en-US"/>
        </a:p>
      </dgm:t>
    </dgm:pt>
    <dgm:pt modelId="{123540A4-4A9D-429E-85C9-5D9F1F668440}" type="parTrans" cxnId="{5DDE71B4-1843-4190-9E7D-9A3316CE68EB}">
      <dgm:prSet/>
      <dgm:spPr/>
      <dgm:t>
        <a:bodyPr/>
        <a:lstStyle/>
        <a:p>
          <a:endParaRPr lang="en-US"/>
        </a:p>
      </dgm:t>
    </dgm:pt>
    <dgm:pt modelId="{BEC76013-8C29-4EF8-907D-6E5058FCF26D}" type="sibTrans" cxnId="{5DDE71B4-1843-4190-9E7D-9A3316CE68EB}">
      <dgm:prSet/>
      <dgm:spPr/>
      <dgm:t>
        <a:bodyPr/>
        <a:lstStyle/>
        <a:p>
          <a:endParaRPr lang="en-US"/>
        </a:p>
      </dgm:t>
    </dgm:pt>
    <dgm:pt modelId="{45855721-4D76-46E5-AB48-85F077E4B1F6}">
      <dgm:prSet/>
      <dgm:spPr/>
      <dgm:t>
        <a:bodyPr/>
        <a:lstStyle/>
        <a:p>
          <a:r>
            <a:rPr lang="en-US" b="1"/>
            <a:t>• Save/Bookmark Internships                            </a:t>
          </a:r>
          <a:endParaRPr lang="en-US"/>
        </a:p>
      </dgm:t>
    </dgm:pt>
    <dgm:pt modelId="{09134552-A941-420E-A881-17E0CBB70C81}" type="parTrans" cxnId="{B8A82CFF-3F98-47BA-ACA4-DFCA154120D2}">
      <dgm:prSet/>
      <dgm:spPr/>
      <dgm:t>
        <a:bodyPr/>
        <a:lstStyle/>
        <a:p>
          <a:endParaRPr lang="en-US"/>
        </a:p>
      </dgm:t>
    </dgm:pt>
    <dgm:pt modelId="{CC9E1F13-61C9-41BC-B098-10854713F94B}" type="sibTrans" cxnId="{B8A82CFF-3F98-47BA-ACA4-DFCA154120D2}">
      <dgm:prSet/>
      <dgm:spPr/>
      <dgm:t>
        <a:bodyPr/>
        <a:lstStyle/>
        <a:p>
          <a:endParaRPr lang="en-US"/>
        </a:p>
      </dgm:t>
    </dgm:pt>
    <dgm:pt modelId="{D91028F4-7F32-4A66-8D30-3B4138A8F55A}">
      <dgm:prSet/>
      <dgm:spPr/>
      <dgm:t>
        <a:bodyPr/>
        <a:lstStyle/>
        <a:p>
          <a:r>
            <a:rPr lang="en-US" b="1"/>
            <a:t>• Receive Notifications                                </a:t>
          </a:r>
          <a:endParaRPr lang="en-US"/>
        </a:p>
      </dgm:t>
    </dgm:pt>
    <dgm:pt modelId="{FB1EA438-A3B0-41E3-8D14-6FF6AF129885}" type="parTrans" cxnId="{84BE0C08-ACE7-47DC-A6DA-0172B27FDD7B}">
      <dgm:prSet/>
      <dgm:spPr/>
      <dgm:t>
        <a:bodyPr/>
        <a:lstStyle/>
        <a:p>
          <a:endParaRPr lang="en-US"/>
        </a:p>
      </dgm:t>
    </dgm:pt>
    <dgm:pt modelId="{E48B0ABB-E587-436B-8E62-92B163A65ABF}" type="sibTrans" cxnId="{84BE0C08-ACE7-47DC-A6DA-0172B27FDD7B}">
      <dgm:prSet/>
      <dgm:spPr/>
      <dgm:t>
        <a:bodyPr/>
        <a:lstStyle/>
        <a:p>
          <a:endParaRPr lang="en-US"/>
        </a:p>
      </dgm:t>
    </dgm:pt>
    <dgm:pt modelId="{CDEC2E4A-868E-455F-A51F-14EE4BFCEBA2}">
      <dgm:prSet/>
      <dgm:spPr/>
      <dgm:t>
        <a:bodyPr/>
        <a:lstStyle/>
        <a:p>
          <a:r>
            <a:rPr lang="en-US" b="1"/>
            <a:t>• Download Offer Letter when Selected                  </a:t>
          </a:r>
          <a:endParaRPr lang="en-US"/>
        </a:p>
      </dgm:t>
    </dgm:pt>
    <dgm:pt modelId="{D467DF8A-EA47-4541-8EB4-0A1195A7CCEE}" type="parTrans" cxnId="{832A7628-72D9-44FF-8104-4EF89854D7C3}">
      <dgm:prSet/>
      <dgm:spPr/>
      <dgm:t>
        <a:bodyPr/>
        <a:lstStyle/>
        <a:p>
          <a:endParaRPr lang="en-US"/>
        </a:p>
      </dgm:t>
    </dgm:pt>
    <dgm:pt modelId="{77C753C2-B34A-4A84-97DB-F827DBF7A609}" type="sibTrans" cxnId="{832A7628-72D9-44FF-8104-4EF89854D7C3}">
      <dgm:prSet/>
      <dgm:spPr/>
      <dgm:t>
        <a:bodyPr/>
        <a:lstStyle/>
        <a:p>
          <a:endParaRPr lang="en-US"/>
        </a:p>
      </dgm:t>
    </dgm:pt>
    <dgm:pt modelId="{8D3046B4-C839-43B2-8B04-12B963AAE745}">
      <dgm:prSet/>
      <dgm:spPr/>
      <dgm:t>
        <a:bodyPr/>
        <a:lstStyle/>
        <a:p>
          <a:r>
            <a:rPr lang="en-US" b="1"/>
            <a:t>ADMIN                             </a:t>
          </a:r>
          <a:endParaRPr lang="en-US"/>
        </a:p>
      </dgm:t>
    </dgm:pt>
    <dgm:pt modelId="{0C3857DC-1C9B-4829-8231-BB768DC2FEA2}" type="parTrans" cxnId="{FEF8A691-BDE3-4FEB-ACA1-01201E612443}">
      <dgm:prSet/>
      <dgm:spPr/>
      <dgm:t>
        <a:bodyPr/>
        <a:lstStyle/>
        <a:p>
          <a:endParaRPr lang="en-US"/>
        </a:p>
      </dgm:t>
    </dgm:pt>
    <dgm:pt modelId="{65A4EB16-0AD5-435D-AD35-A5D9F296B0AD}" type="sibTrans" cxnId="{FEF8A691-BDE3-4FEB-ACA1-01201E612443}">
      <dgm:prSet/>
      <dgm:spPr/>
      <dgm:t>
        <a:bodyPr/>
        <a:lstStyle/>
        <a:p>
          <a:endParaRPr lang="en-US"/>
        </a:p>
      </dgm:t>
    </dgm:pt>
    <dgm:pt modelId="{2A3E20EC-120C-497D-812E-C0D60946E9F9}">
      <dgm:prSet/>
      <dgm:spPr/>
      <dgm:t>
        <a:bodyPr/>
        <a:lstStyle/>
        <a:p>
          <a:r>
            <a:rPr lang="en-US" b="1"/>
            <a:t>• Dashboard with Stats &amp; Charts                        </a:t>
          </a:r>
          <a:endParaRPr lang="en-US"/>
        </a:p>
      </dgm:t>
    </dgm:pt>
    <dgm:pt modelId="{CAB7DEE1-268C-4F08-837F-F524FE975023}" type="parTrans" cxnId="{1D81585C-BBED-4852-8324-FBAAE17D247C}">
      <dgm:prSet/>
      <dgm:spPr/>
      <dgm:t>
        <a:bodyPr/>
        <a:lstStyle/>
        <a:p>
          <a:endParaRPr lang="en-US"/>
        </a:p>
      </dgm:t>
    </dgm:pt>
    <dgm:pt modelId="{2B64DFC1-6BED-4EF2-B29F-AD59BB609F5E}" type="sibTrans" cxnId="{1D81585C-BBED-4852-8324-FBAAE17D247C}">
      <dgm:prSet/>
      <dgm:spPr/>
      <dgm:t>
        <a:bodyPr/>
        <a:lstStyle/>
        <a:p>
          <a:endParaRPr lang="en-US"/>
        </a:p>
      </dgm:t>
    </dgm:pt>
    <dgm:pt modelId="{099C6C4D-0971-49FD-A0DA-D49375D56F2B}">
      <dgm:prSet/>
      <dgm:spPr/>
      <dgm:t>
        <a:bodyPr/>
        <a:lstStyle/>
        <a:p>
          <a:r>
            <a:rPr lang="en-US" b="1"/>
            <a:t>• Add/Edit/Delete Internships                          </a:t>
          </a:r>
          <a:endParaRPr lang="en-US"/>
        </a:p>
      </dgm:t>
    </dgm:pt>
    <dgm:pt modelId="{A729EA99-E3D0-480D-B451-377A12C5C349}" type="parTrans" cxnId="{251A2A93-D4D3-4480-8579-424DDBCD27C5}">
      <dgm:prSet/>
      <dgm:spPr/>
      <dgm:t>
        <a:bodyPr/>
        <a:lstStyle/>
        <a:p>
          <a:endParaRPr lang="en-US"/>
        </a:p>
      </dgm:t>
    </dgm:pt>
    <dgm:pt modelId="{9B15463B-CCE3-4C45-9FE1-C03C0FDAF24D}" type="sibTrans" cxnId="{251A2A93-D4D3-4480-8579-424DDBCD27C5}">
      <dgm:prSet/>
      <dgm:spPr/>
      <dgm:t>
        <a:bodyPr/>
        <a:lstStyle/>
        <a:p>
          <a:endParaRPr lang="en-US"/>
        </a:p>
      </dgm:t>
    </dgm:pt>
    <dgm:pt modelId="{CDBF0AE0-C211-4794-BC69-52E547B351C4}">
      <dgm:prSet/>
      <dgm:spPr/>
      <dgm:t>
        <a:bodyPr/>
        <a:lstStyle/>
        <a:p>
          <a:r>
            <a:rPr lang="en-US" b="1"/>
            <a:t>• View &amp; Filter Applications                           </a:t>
          </a:r>
          <a:endParaRPr lang="en-US"/>
        </a:p>
      </dgm:t>
    </dgm:pt>
    <dgm:pt modelId="{E715A1B3-6AC2-494E-8B61-A9318BC5D67C}" type="parTrans" cxnId="{B7632298-A2E7-4967-A192-9C9E54D5EFAE}">
      <dgm:prSet/>
      <dgm:spPr/>
      <dgm:t>
        <a:bodyPr/>
        <a:lstStyle/>
        <a:p>
          <a:endParaRPr lang="en-US"/>
        </a:p>
      </dgm:t>
    </dgm:pt>
    <dgm:pt modelId="{629EF3A9-2F26-4825-A532-1EB645D18256}" type="sibTrans" cxnId="{B7632298-A2E7-4967-A192-9C9E54D5EFAE}">
      <dgm:prSet/>
      <dgm:spPr/>
      <dgm:t>
        <a:bodyPr/>
        <a:lstStyle/>
        <a:p>
          <a:endParaRPr lang="en-US"/>
        </a:p>
      </dgm:t>
    </dgm:pt>
    <dgm:pt modelId="{09FCB2B6-58F1-490E-BA4D-39F17F998101}">
      <dgm:prSet/>
      <dgm:spPr/>
      <dgm:t>
        <a:bodyPr/>
        <a:lstStyle/>
        <a:p>
          <a:r>
            <a:rPr lang="en-US" b="1"/>
            <a:t>• Update Status (Shortlist/Select/Reject)              </a:t>
          </a:r>
          <a:endParaRPr lang="en-US"/>
        </a:p>
      </dgm:t>
    </dgm:pt>
    <dgm:pt modelId="{043CCF81-65C6-4607-9AC2-E56F35F2127D}" type="parTrans" cxnId="{3BB180C4-B563-494D-98DF-716BF491BE0D}">
      <dgm:prSet/>
      <dgm:spPr/>
      <dgm:t>
        <a:bodyPr/>
        <a:lstStyle/>
        <a:p>
          <a:endParaRPr lang="en-US"/>
        </a:p>
      </dgm:t>
    </dgm:pt>
    <dgm:pt modelId="{C1EEC1A0-E78E-4022-ABB9-F6401C319D2B}" type="sibTrans" cxnId="{3BB180C4-B563-494D-98DF-716BF491BE0D}">
      <dgm:prSet/>
      <dgm:spPr/>
      <dgm:t>
        <a:bodyPr/>
        <a:lstStyle/>
        <a:p>
          <a:endParaRPr lang="en-US"/>
        </a:p>
      </dgm:t>
    </dgm:pt>
    <dgm:pt modelId="{E62A0B55-85F8-445A-B960-E2A9D7FB7257}">
      <dgm:prSet/>
      <dgm:spPr/>
      <dgm:t>
        <a:bodyPr/>
        <a:lstStyle/>
        <a:p>
          <a:r>
            <a:rPr lang="en-US" b="1"/>
            <a:t>• Manage Students                                      </a:t>
          </a:r>
          <a:endParaRPr lang="en-US"/>
        </a:p>
      </dgm:t>
    </dgm:pt>
    <dgm:pt modelId="{FA69B2AB-A36E-4E3F-A9D4-F7ABA6BF002C}" type="parTrans" cxnId="{DA519883-4E83-4E62-AB0E-C5F714C4EDB5}">
      <dgm:prSet/>
      <dgm:spPr/>
      <dgm:t>
        <a:bodyPr/>
        <a:lstStyle/>
        <a:p>
          <a:endParaRPr lang="en-US"/>
        </a:p>
      </dgm:t>
    </dgm:pt>
    <dgm:pt modelId="{68064D87-CACB-4F08-A70D-3374D9DABABF}" type="sibTrans" cxnId="{DA519883-4E83-4E62-AB0E-C5F714C4EDB5}">
      <dgm:prSet/>
      <dgm:spPr/>
      <dgm:t>
        <a:bodyPr/>
        <a:lstStyle/>
        <a:p>
          <a:endParaRPr lang="en-US"/>
        </a:p>
      </dgm:t>
    </dgm:pt>
    <dgm:pt modelId="{EC36A6CF-F749-4E9A-B69E-EAD4B3B733F8}">
      <dgm:prSet/>
      <dgm:spPr/>
      <dgm:t>
        <a:bodyPr/>
        <a:lstStyle/>
        <a:p>
          <a:r>
            <a:rPr lang="en-US" b="1"/>
            <a:t>• Send Broadcast Notifications                         </a:t>
          </a:r>
          <a:endParaRPr lang="en-US"/>
        </a:p>
      </dgm:t>
    </dgm:pt>
    <dgm:pt modelId="{9C9D4145-8552-487A-A360-BAB44B4998C0}" type="parTrans" cxnId="{CE776125-3833-4EE6-B23E-99D2D85A1916}">
      <dgm:prSet/>
      <dgm:spPr/>
      <dgm:t>
        <a:bodyPr/>
        <a:lstStyle/>
        <a:p>
          <a:endParaRPr lang="en-US"/>
        </a:p>
      </dgm:t>
    </dgm:pt>
    <dgm:pt modelId="{3232E76E-89D8-4E8A-A923-06B280BF1B66}" type="sibTrans" cxnId="{CE776125-3833-4EE6-B23E-99D2D85A1916}">
      <dgm:prSet/>
      <dgm:spPr/>
      <dgm:t>
        <a:bodyPr/>
        <a:lstStyle/>
        <a:p>
          <a:endParaRPr lang="en-US"/>
        </a:p>
      </dgm:t>
    </dgm:pt>
    <dgm:pt modelId="{46DD60D9-3669-4260-AB56-E408CA1B9A30}" type="pres">
      <dgm:prSet presAssocID="{8E92B310-F82C-4115-9C18-D02DDD87C939}" presName="vert0" presStyleCnt="0">
        <dgm:presLayoutVars>
          <dgm:dir/>
          <dgm:animOne val="branch"/>
          <dgm:animLvl val="lvl"/>
        </dgm:presLayoutVars>
      </dgm:prSet>
      <dgm:spPr/>
    </dgm:pt>
    <dgm:pt modelId="{C4DE2953-776E-4BC5-BDEA-740AC6A4FD83}" type="pres">
      <dgm:prSet presAssocID="{768177B7-A394-49CF-A6CC-CF720F293FD6}" presName="thickLine" presStyleLbl="alignNode1" presStyleIdx="0" presStyleCnt="15"/>
      <dgm:spPr/>
    </dgm:pt>
    <dgm:pt modelId="{2657C7FF-E29C-4983-ADCD-D34DB5802538}" type="pres">
      <dgm:prSet presAssocID="{768177B7-A394-49CF-A6CC-CF720F293FD6}" presName="horz1" presStyleCnt="0"/>
      <dgm:spPr/>
    </dgm:pt>
    <dgm:pt modelId="{4863C662-BF81-4997-95D7-2C67BDF4B039}" type="pres">
      <dgm:prSet presAssocID="{768177B7-A394-49CF-A6CC-CF720F293FD6}" presName="tx1" presStyleLbl="revTx" presStyleIdx="0" presStyleCnt="15"/>
      <dgm:spPr/>
    </dgm:pt>
    <dgm:pt modelId="{251E1783-DF63-47FF-9A27-9C0079D461C2}" type="pres">
      <dgm:prSet presAssocID="{768177B7-A394-49CF-A6CC-CF720F293FD6}" presName="vert1" presStyleCnt="0"/>
      <dgm:spPr/>
    </dgm:pt>
    <dgm:pt modelId="{B475C2F8-69A4-4CBC-A77C-8FC29B3C750A}" type="pres">
      <dgm:prSet presAssocID="{BD8915E4-7659-4131-BBA4-6269FC8D8910}" presName="thickLine" presStyleLbl="alignNode1" presStyleIdx="1" presStyleCnt="15"/>
      <dgm:spPr/>
    </dgm:pt>
    <dgm:pt modelId="{84022584-850D-423E-BDBE-A0870204612F}" type="pres">
      <dgm:prSet presAssocID="{BD8915E4-7659-4131-BBA4-6269FC8D8910}" presName="horz1" presStyleCnt="0"/>
      <dgm:spPr/>
    </dgm:pt>
    <dgm:pt modelId="{408D7C8F-2DAC-41D3-B4B9-F24001A86F4E}" type="pres">
      <dgm:prSet presAssocID="{BD8915E4-7659-4131-BBA4-6269FC8D8910}" presName="tx1" presStyleLbl="revTx" presStyleIdx="1" presStyleCnt="15"/>
      <dgm:spPr/>
    </dgm:pt>
    <dgm:pt modelId="{B175C840-B624-4049-B0DD-4D739697F626}" type="pres">
      <dgm:prSet presAssocID="{BD8915E4-7659-4131-BBA4-6269FC8D8910}" presName="vert1" presStyleCnt="0"/>
      <dgm:spPr/>
    </dgm:pt>
    <dgm:pt modelId="{57CE529E-905F-4BF9-AA33-55248645E385}" type="pres">
      <dgm:prSet presAssocID="{8EF9A418-E932-440B-8E12-672B7EB5E1C7}" presName="thickLine" presStyleLbl="alignNode1" presStyleIdx="2" presStyleCnt="15"/>
      <dgm:spPr/>
    </dgm:pt>
    <dgm:pt modelId="{643EE605-1D13-4E4B-81B2-FD5D5DD01D7B}" type="pres">
      <dgm:prSet presAssocID="{8EF9A418-E932-440B-8E12-672B7EB5E1C7}" presName="horz1" presStyleCnt="0"/>
      <dgm:spPr/>
    </dgm:pt>
    <dgm:pt modelId="{17F03D02-EE12-4BC3-8F70-B3411EA49744}" type="pres">
      <dgm:prSet presAssocID="{8EF9A418-E932-440B-8E12-672B7EB5E1C7}" presName="tx1" presStyleLbl="revTx" presStyleIdx="2" presStyleCnt="15"/>
      <dgm:spPr/>
    </dgm:pt>
    <dgm:pt modelId="{D6CD5757-DB12-4E2F-8238-F6C0C39EC3D9}" type="pres">
      <dgm:prSet presAssocID="{8EF9A418-E932-440B-8E12-672B7EB5E1C7}" presName="vert1" presStyleCnt="0"/>
      <dgm:spPr/>
    </dgm:pt>
    <dgm:pt modelId="{A7E88928-495E-4427-883D-E0021E69D41E}" type="pres">
      <dgm:prSet presAssocID="{4D716873-DA88-41B2-8351-AD40ADE30F9E}" presName="thickLine" presStyleLbl="alignNode1" presStyleIdx="3" presStyleCnt="15"/>
      <dgm:spPr/>
    </dgm:pt>
    <dgm:pt modelId="{0BF5F4FE-A9A1-463F-9AAE-6B393659FCB1}" type="pres">
      <dgm:prSet presAssocID="{4D716873-DA88-41B2-8351-AD40ADE30F9E}" presName="horz1" presStyleCnt="0"/>
      <dgm:spPr/>
    </dgm:pt>
    <dgm:pt modelId="{03AEB53A-7638-4BDD-B050-85851A420F8E}" type="pres">
      <dgm:prSet presAssocID="{4D716873-DA88-41B2-8351-AD40ADE30F9E}" presName="tx1" presStyleLbl="revTx" presStyleIdx="3" presStyleCnt="15"/>
      <dgm:spPr/>
    </dgm:pt>
    <dgm:pt modelId="{CA5DC15B-CA10-4D5A-A76A-19F6353F40D0}" type="pres">
      <dgm:prSet presAssocID="{4D716873-DA88-41B2-8351-AD40ADE30F9E}" presName="vert1" presStyleCnt="0"/>
      <dgm:spPr/>
    </dgm:pt>
    <dgm:pt modelId="{760C0E8E-CC9E-41A8-BF06-B9F699B62C38}" type="pres">
      <dgm:prSet presAssocID="{04C03027-7B70-442A-B626-8FD5BC8E008D}" presName="thickLine" presStyleLbl="alignNode1" presStyleIdx="4" presStyleCnt="15"/>
      <dgm:spPr/>
    </dgm:pt>
    <dgm:pt modelId="{3BAE74E9-B80D-4AC0-B12A-9A1F08E23FED}" type="pres">
      <dgm:prSet presAssocID="{04C03027-7B70-442A-B626-8FD5BC8E008D}" presName="horz1" presStyleCnt="0"/>
      <dgm:spPr/>
    </dgm:pt>
    <dgm:pt modelId="{866E3E92-CB64-4717-9300-4D7A1F16CBFA}" type="pres">
      <dgm:prSet presAssocID="{04C03027-7B70-442A-B626-8FD5BC8E008D}" presName="tx1" presStyleLbl="revTx" presStyleIdx="4" presStyleCnt="15"/>
      <dgm:spPr/>
    </dgm:pt>
    <dgm:pt modelId="{37724415-3796-48AB-B06E-3C657EC0AB9B}" type="pres">
      <dgm:prSet presAssocID="{04C03027-7B70-442A-B626-8FD5BC8E008D}" presName="vert1" presStyleCnt="0"/>
      <dgm:spPr/>
    </dgm:pt>
    <dgm:pt modelId="{48E5D078-89A7-4739-A3CC-FF19B25D53B0}" type="pres">
      <dgm:prSet presAssocID="{45855721-4D76-46E5-AB48-85F077E4B1F6}" presName="thickLine" presStyleLbl="alignNode1" presStyleIdx="5" presStyleCnt="15"/>
      <dgm:spPr/>
    </dgm:pt>
    <dgm:pt modelId="{0C3C3714-EC13-48AF-AFF8-B81A63E85591}" type="pres">
      <dgm:prSet presAssocID="{45855721-4D76-46E5-AB48-85F077E4B1F6}" presName="horz1" presStyleCnt="0"/>
      <dgm:spPr/>
    </dgm:pt>
    <dgm:pt modelId="{8B81391C-440F-4628-958F-0D48E0023C9A}" type="pres">
      <dgm:prSet presAssocID="{45855721-4D76-46E5-AB48-85F077E4B1F6}" presName="tx1" presStyleLbl="revTx" presStyleIdx="5" presStyleCnt="15"/>
      <dgm:spPr/>
    </dgm:pt>
    <dgm:pt modelId="{643B50EF-5325-4057-A777-69919DDED175}" type="pres">
      <dgm:prSet presAssocID="{45855721-4D76-46E5-AB48-85F077E4B1F6}" presName="vert1" presStyleCnt="0"/>
      <dgm:spPr/>
    </dgm:pt>
    <dgm:pt modelId="{053303CD-A3F9-4F91-AB58-E1F371DB2919}" type="pres">
      <dgm:prSet presAssocID="{D91028F4-7F32-4A66-8D30-3B4138A8F55A}" presName="thickLine" presStyleLbl="alignNode1" presStyleIdx="6" presStyleCnt="15"/>
      <dgm:spPr/>
    </dgm:pt>
    <dgm:pt modelId="{22B9BA25-6218-4610-BB8E-05E8E39DB870}" type="pres">
      <dgm:prSet presAssocID="{D91028F4-7F32-4A66-8D30-3B4138A8F55A}" presName="horz1" presStyleCnt="0"/>
      <dgm:spPr/>
    </dgm:pt>
    <dgm:pt modelId="{FD2E78E6-DE20-4A33-A53D-D8F3D3C3A938}" type="pres">
      <dgm:prSet presAssocID="{D91028F4-7F32-4A66-8D30-3B4138A8F55A}" presName="tx1" presStyleLbl="revTx" presStyleIdx="6" presStyleCnt="15"/>
      <dgm:spPr/>
    </dgm:pt>
    <dgm:pt modelId="{17F9FC60-78BF-43C2-8508-1BF8E04FF309}" type="pres">
      <dgm:prSet presAssocID="{D91028F4-7F32-4A66-8D30-3B4138A8F55A}" presName="vert1" presStyleCnt="0"/>
      <dgm:spPr/>
    </dgm:pt>
    <dgm:pt modelId="{A2305F8D-7085-466A-9C61-59DC4A7DA977}" type="pres">
      <dgm:prSet presAssocID="{CDEC2E4A-868E-455F-A51F-14EE4BFCEBA2}" presName="thickLine" presStyleLbl="alignNode1" presStyleIdx="7" presStyleCnt="15"/>
      <dgm:spPr/>
    </dgm:pt>
    <dgm:pt modelId="{9FB233E9-6AC4-4AEE-8E77-1FF7D08487A5}" type="pres">
      <dgm:prSet presAssocID="{CDEC2E4A-868E-455F-A51F-14EE4BFCEBA2}" presName="horz1" presStyleCnt="0"/>
      <dgm:spPr/>
    </dgm:pt>
    <dgm:pt modelId="{619AA7BE-6129-42B0-B12A-172A63FEF079}" type="pres">
      <dgm:prSet presAssocID="{CDEC2E4A-868E-455F-A51F-14EE4BFCEBA2}" presName="tx1" presStyleLbl="revTx" presStyleIdx="7" presStyleCnt="15"/>
      <dgm:spPr/>
    </dgm:pt>
    <dgm:pt modelId="{D8FCF4F9-0574-4D5F-AC8C-2A1AC13CB57E}" type="pres">
      <dgm:prSet presAssocID="{CDEC2E4A-868E-455F-A51F-14EE4BFCEBA2}" presName="vert1" presStyleCnt="0"/>
      <dgm:spPr/>
    </dgm:pt>
    <dgm:pt modelId="{1442E887-BB35-4182-865A-7A1EA77D15B4}" type="pres">
      <dgm:prSet presAssocID="{8D3046B4-C839-43B2-8B04-12B963AAE745}" presName="thickLine" presStyleLbl="alignNode1" presStyleIdx="8" presStyleCnt="15"/>
      <dgm:spPr/>
    </dgm:pt>
    <dgm:pt modelId="{740FA636-22B8-480D-A9F8-282952C3AAEB}" type="pres">
      <dgm:prSet presAssocID="{8D3046B4-C839-43B2-8B04-12B963AAE745}" presName="horz1" presStyleCnt="0"/>
      <dgm:spPr/>
    </dgm:pt>
    <dgm:pt modelId="{03A115D5-EB9D-4169-899D-76C463D316BE}" type="pres">
      <dgm:prSet presAssocID="{8D3046B4-C839-43B2-8B04-12B963AAE745}" presName="tx1" presStyleLbl="revTx" presStyleIdx="8" presStyleCnt="15"/>
      <dgm:spPr/>
    </dgm:pt>
    <dgm:pt modelId="{AD11CA5E-3B24-49E0-817A-1691B5C17DA7}" type="pres">
      <dgm:prSet presAssocID="{8D3046B4-C839-43B2-8B04-12B963AAE745}" presName="vert1" presStyleCnt="0"/>
      <dgm:spPr/>
    </dgm:pt>
    <dgm:pt modelId="{767DA2F1-ED6F-4886-9F58-DA032C5531E3}" type="pres">
      <dgm:prSet presAssocID="{2A3E20EC-120C-497D-812E-C0D60946E9F9}" presName="thickLine" presStyleLbl="alignNode1" presStyleIdx="9" presStyleCnt="15"/>
      <dgm:spPr/>
    </dgm:pt>
    <dgm:pt modelId="{745CA16A-2386-470A-8300-BAC7E9F88840}" type="pres">
      <dgm:prSet presAssocID="{2A3E20EC-120C-497D-812E-C0D60946E9F9}" presName="horz1" presStyleCnt="0"/>
      <dgm:spPr/>
    </dgm:pt>
    <dgm:pt modelId="{7A2E37B0-87E8-4963-BBF1-58EB709168F7}" type="pres">
      <dgm:prSet presAssocID="{2A3E20EC-120C-497D-812E-C0D60946E9F9}" presName="tx1" presStyleLbl="revTx" presStyleIdx="9" presStyleCnt="15"/>
      <dgm:spPr/>
    </dgm:pt>
    <dgm:pt modelId="{0DD2E339-5520-4ACF-9D27-166804FB8C62}" type="pres">
      <dgm:prSet presAssocID="{2A3E20EC-120C-497D-812E-C0D60946E9F9}" presName="vert1" presStyleCnt="0"/>
      <dgm:spPr/>
    </dgm:pt>
    <dgm:pt modelId="{3252B4FB-6577-45F9-A8CA-242E2F6119B5}" type="pres">
      <dgm:prSet presAssocID="{099C6C4D-0971-49FD-A0DA-D49375D56F2B}" presName="thickLine" presStyleLbl="alignNode1" presStyleIdx="10" presStyleCnt="15"/>
      <dgm:spPr/>
    </dgm:pt>
    <dgm:pt modelId="{D4952F0E-3F1C-4216-B446-9A8184CA01D4}" type="pres">
      <dgm:prSet presAssocID="{099C6C4D-0971-49FD-A0DA-D49375D56F2B}" presName="horz1" presStyleCnt="0"/>
      <dgm:spPr/>
    </dgm:pt>
    <dgm:pt modelId="{5BDB176A-281A-4DB4-A72E-509737D04B27}" type="pres">
      <dgm:prSet presAssocID="{099C6C4D-0971-49FD-A0DA-D49375D56F2B}" presName="tx1" presStyleLbl="revTx" presStyleIdx="10" presStyleCnt="15"/>
      <dgm:spPr/>
    </dgm:pt>
    <dgm:pt modelId="{1ADA267E-0EB2-49C6-9728-788C612AC05B}" type="pres">
      <dgm:prSet presAssocID="{099C6C4D-0971-49FD-A0DA-D49375D56F2B}" presName="vert1" presStyleCnt="0"/>
      <dgm:spPr/>
    </dgm:pt>
    <dgm:pt modelId="{150CA133-4569-483B-A449-539625299E0F}" type="pres">
      <dgm:prSet presAssocID="{CDBF0AE0-C211-4794-BC69-52E547B351C4}" presName="thickLine" presStyleLbl="alignNode1" presStyleIdx="11" presStyleCnt="15"/>
      <dgm:spPr/>
    </dgm:pt>
    <dgm:pt modelId="{42DBCBAC-E539-44B0-ADB2-801C4BF96808}" type="pres">
      <dgm:prSet presAssocID="{CDBF0AE0-C211-4794-BC69-52E547B351C4}" presName="horz1" presStyleCnt="0"/>
      <dgm:spPr/>
    </dgm:pt>
    <dgm:pt modelId="{7066C223-D539-47E8-8ADF-523C83B0493D}" type="pres">
      <dgm:prSet presAssocID="{CDBF0AE0-C211-4794-BC69-52E547B351C4}" presName="tx1" presStyleLbl="revTx" presStyleIdx="11" presStyleCnt="15"/>
      <dgm:spPr/>
    </dgm:pt>
    <dgm:pt modelId="{D3273141-F85D-4209-8D85-0A6B1689472E}" type="pres">
      <dgm:prSet presAssocID="{CDBF0AE0-C211-4794-BC69-52E547B351C4}" presName="vert1" presStyleCnt="0"/>
      <dgm:spPr/>
    </dgm:pt>
    <dgm:pt modelId="{7FB4F486-9DDD-4F95-94E5-AB089E4BFFDE}" type="pres">
      <dgm:prSet presAssocID="{09FCB2B6-58F1-490E-BA4D-39F17F998101}" presName="thickLine" presStyleLbl="alignNode1" presStyleIdx="12" presStyleCnt="15"/>
      <dgm:spPr/>
    </dgm:pt>
    <dgm:pt modelId="{C785AF0A-C291-48D5-A4CF-11211A371795}" type="pres">
      <dgm:prSet presAssocID="{09FCB2B6-58F1-490E-BA4D-39F17F998101}" presName="horz1" presStyleCnt="0"/>
      <dgm:spPr/>
    </dgm:pt>
    <dgm:pt modelId="{4D95F26B-CA08-4F26-9AC2-E13F95565F52}" type="pres">
      <dgm:prSet presAssocID="{09FCB2B6-58F1-490E-BA4D-39F17F998101}" presName="tx1" presStyleLbl="revTx" presStyleIdx="12" presStyleCnt="15"/>
      <dgm:spPr/>
    </dgm:pt>
    <dgm:pt modelId="{71B66A05-C8E5-4054-BA13-D97284CF1B8A}" type="pres">
      <dgm:prSet presAssocID="{09FCB2B6-58F1-490E-BA4D-39F17F998101}" presName="vert1" presStyleCnt="0"/>
      <dgm:spPr/>
    </dgm:pt>
    <dgm:pt modelId="{F4329C01-6347-4871-80B7-19BD5BFFAACA}" type="pres">
      <dgm:prSet presAssocID="{E62A0B55-85F8-445A-B960-E2A9D7FB7257}" presName="thickLine" presStyleLbl="alignNode1" presStyleIdx="13" presStyleCnt="15"/>
      <dgm:spPr/>
    </dgm:pt>
    <dgm:pt modelId="{842FDCF2-8132-44E6-BEC3-FCD8F3C2DA19}" type="pres">
      <dgm:prSet presAssocID="{E62A0B55-85F8-445A-B960-E2A9D7FB7257}" presName="horz1" presStyleCnt="0"/>
      <dgm:spPr/>
    </dgm:pt>
    <dgm:pt modelId="{30B1AFAB-1383-4AED-BBDD-76C67F2BE60C}" type="pres">
      <dgm:prSet presAssocID="{E62A0B55-85F8-445A-B960-E2A9D7FB7257}" presName="tx1" presStyleLbl="revTx" presStyleIdx="13" presStyleCnt="15"/>
      <dgm:spPr/>
    </dgm:pt>
    <dgm:pt modelId="{93673B4A-4F6E-4F8F-9CC7-3EDB548F4251}" type="pres">
      <dgm:prSet presAssocID="{E62A0B55-85F8-445A-B960-E2A9D7FB7257}" presName="vert1" presStyleCnt="0"/>
      <dgm:spPr/>
    </dgm:pt>
    <dgm:pt modelId="{CFB75885-EF83-424C-A067-54EE2381FD01}" type="pres">
      <dgm:prSet presAssocID="{EC36A6CF-F749-4E9A-B69E-EAD4B3B733F8}" presName="thickLine" presStyleLbl="alignNode1" presStyleIdx="14" presStyleCnt="15"/>
      <dgm:spPr/>
    </dgm:pt>
    <dgm:pt modelId="{8762997C-B4FE-4E13-88C7-66E864644FD5}" type="pres">
      <dgm:prSet presAssocID="{EC36A6CF-F749-4E9A-B69E-EAD4B3B733F8}" presName="horz1" presStyleCnt="0"/>
      <dgm:spPr/>
    </dgm:pt>
    <dgm:pt modelId="{21B4C409-8F0B-4D70-B3F6-6888879E9AF9}" type="pres">
      <dgm:prSet presAssocID="{EC36A6CF-F749-4E9A-B69E-EAD4B3B733F8}" presName="tx1" presStyleLbl="revTx" presStyleIdx="14" presStyleCnt="15"/>
      <dgm:spPr/>
    </dgm:pt>
    <dgm:pt modelId="{0F5832A0-42A3-416F-AC25-644187352804}" type="pres">
      <dgm:prSet presAssocID="{EC36A6CF-F749-4E9A-B69E-EAD4B3B733F8}" presName="vert1" presStyleCnt="0"/>
      <dgm:spPr/>
    </dgm:pt>
  </dgm:ptLst>
  <dgm:cxnLst>
    <dgm:cxn modelId="{84BE0C08-ACE7-47DC-A6DA-0172B27FDD7B}" srcId="{8E92B310-F82C-4115-9C18-D02DDD87C939}" destId="{D91028F4-7F32-4A66-8D30-3B4138A8F55A}" srcOrd="6" destOrd="0" parTransId="{FB1EA438-A3B0-41E3-8D14-6FF6AF129885}" sibTransId="{E48B0ABB-E587-436B-8E62-92B163A65ABF}"/>
    <dgm:cxn modelId="{FA91931C-2659-44A6-8D31-595E4D98F614}" type="presOf" srcId="{099C6C4D-0971-49FD-A0DA-D49375D56F2B}" destId="{5BDB176A-281A-4DB4-A72E-509737D04B27}" srcOrd="0" destOrd="0" presId="urn:microsoft.com/office/officeart/2008/layout/LinedList"/>
    <dgm:cxn modelId="{CE776125-3833-4EE6-B23E-99D2D85A1916}" srcId="{8E92B310-F82C-4115-9C18-D02DDD87C939}" destId="{EC36A6CF-F749-4E9A-B69E-EAD4B3B733F8}" srcOrd="14" destOrd="0" parTransId="{9C9D4145-8552-487A-A360-BAB44B4998C0}" sibTransId="{3232E76E-89D8-4E8A-A923-06B280BF1B66}"/>
    <dgm:cxn modelId="{832A7628-72D9-44FF-8104-4EF89854D7C3}" srcId="{8E92B310-F82C-4115-9C18-D02DDD87C939}" destId="{CDEC2E4A-868E-455F-A51F-14EE4BFCEBA2}" srcOrd="7" destOrd="0" parTransId="{D467DF8A-EA47-4541-8EB4-0A1195A7CCEE}" sibTransId="{77C753C2-B34A-4A84-97DB-F827DBF7A609}"/>
    <dgm:cxn modelId="{5B94D92C-1BF6-4F30-994E-0DE4AD7ED20E}" type="presOf" srcId="{BD8915E4-7659-4131-BBA4-6269FC8D8910}" destId="{408D7C8F-2DAC-41D3-B4B9-F24001A86F4E}" srcOrd="0" destOrd="0" presId="urn:microsoft.com/office/officeart/2008/layout/LinedList"/>
    <dgm:cxn modelId="{D412E935-E02C-413C-A7E6-2714D51D2CF7}" type="presOf" srcId="{45855721-4D76-46E5-AB48-85F077E4B1F6}" destId="{8B81391C-440F-4628-958F-0D48E0023C9A}" srcOrd="0" destOrd="0" presId="urn:microsoft.com/office/officeart/2008/layout/LinedList"/>
    <dgm:cxn modelId="{900F093D-71B4-4AAF-BE3D-DC3D07498FF6}" srcId="{8E92B310-F82C-4115-9C18-D02DDD87C939}" destId="{768177B7-A394-49CF-A6CC-CF720F293FD6}" srcOrd="0" destOrd="0" parTransId="{67115F9B-5C6A-47BD-8F36-69A7DC942B2F}" sibTransId="{ECCD6C81-E2A2-4B4A-941D-6C5414CC5801}"/>
    <dgm:cxn modelId="{1D81585C-BBED-4852-8324-FBAAE17D247C}" srcId="{8E92B310-F82C-4115-9C18-D02DDD87C939}" destId="{2A3E20EC-120C-497D-812E-C0D60946E9F9}" srcOrd="9" destOrd="0" parTransId="{CAB7DEE1-268C-4F08-837F-F524FE975023}" sibTransId="{2B64DFC1-6BED-4EF2-B29F-AD59BB609F5E}"/>
    <dgm:cxn modelId="{3496CD66-4A12-4E50-BC5F-4F67B947042D}" type="presOf" srcId="{EC36A6CF-F749-4E9A-B69E-EAD4B3B733F8}" destId="{21B4C409-8F0B-4D70-B3F6-6888879E9AF9}" srcOrd="0" destOrd="0" presId="urn:microsoft.com/office/officeart/2008/layout/LinedList"/>
    <dgm:cxn modelId="{59C61949-7D64-4F42-BD9B-9B1AA5451EA9}" type="presOf" srcId="{8D3046B4-C839-43B2-8B04-12B963AAE745}" destId="{03A115D5-EB9D-4169-899D-76C463D316BE}" srcOrd="0" destOrd="0" presId="urn:microsoft.com/office/officeart/2008/layout/LinedList"/>
    <dgm:cxn modelId="{3769F84F-B389-44E0-8222-6D8001312ADD}" type="presOf" srcId="{CDEC2E4A-868E-455F-A51F-14EE4BFCEBA2}" destId="{619AA7BE-6129-42B0-B12A-172A63FEF079}" srcOrd="0" destOrd="0" presId="urn:microsoft.com/office/officeart/2008/layout/LinedList"/>
    <dgm:cxn modelId="{6A19A754-D04A-44B1-B5EE-0301325BE2DD}" type="presOf" srcId="{8EF9A418-E932-440B-8E12-672B7EB5E1C7}" destId="{17F03D02-EE12-4BC3-8F70-B3411EA49744}" srcOrd="0" destOrd="0" presId="urn:microsoft.com/office/officeart/2008/layout/LinedList"/>
    <dgm:cxn modelId="{BCD4EC7E-407A-4D70-AD33-59121538EF57}" srcId="{8E92B310-F82C-4115-9C18-D02DDD87C939}" destId="{8EF9A418-E932-440B-8E12-672B7EB5E1C7}" srcOrd="2" destOrd="0" parTransId="{822D5E5D-7BC5-496C-846E-6C493D685EBC}" sibTransId="{7195B3A3-B40F-43C4-B52E-667DABFCCD1B}"/>
    <dgm:cxn modelId="{DA519883-4E83-4E62-AB0E-C5F714C4EDB5}" srcId="{8E92B310-F82C-4115-9C18-D02DDD87C939}" destId="{E62A0B55-85F8-445A-B960-E2A9D7FB7257}" srcOrd="13" destOrd="0" parTransId="{FA69B2AB-A36E-4E3F-A9D4-F7ABA6BF002C}" sibTransId="{68064D87-CACB-4F08-A70D-3374D9DABABF}"/>
    <dgm:cxn modelId="{FEF8A691-BDE3-4FEB-ACA1-01201E612443}" srcId="{8E92B310-F82C-4115-9C18-D02DDD87C939}" destId="{8D3046B4-C839-43B2-8B04-12B963AAE745}" srcOrd="8" destOrd="0" parTransId="{0C3857DC-1C9B-4829-8231-BB768DC2FEA2}" sibTransId="{65A4EB16-0AD5-435D-AD35-A5D9F296B0AD}"/>
    <dgm:cxn modelId="{251A2A93-D4D3-4480-8579-424DDBCD27C5}" srcId="{8E92B310-F82C-4115-9C18-D02DDD87C939}" destId="{099C6C4D-0971-49FD-A0DA-D49375D56F2B}" srcOrd="10" destOrd="0" parTransId="{A729EA99-E3D0-480D-B451-377A12C5C349}" sibTransId="{9B15463B-CCE3-4C45-9FE1-C03C0FDAF24D}"/>
    <dgm:cxn modelId="{B7632298-A2E7-4967-A192-9C9E54D5EFAE}" srcId="{8E92B310-F82C-4115-9C18-D02DDD87C939}" destId="{CDBF0AE0-C211-4794-BC69-52E547B351C4}" srcOrd="11" destOrd="0" parTransId="{E715A1B3-6AC2-494E-8B61-A9318BC5D67C}" sibTransId="{629EF3A9-2F26-4825-A532-1EB645D18256}"/>
    <dgm:cxn modelId="{F8344B9C-6945-45F1-B31D-153E50F00DE7}" type="presOf" srcId="{4D716873-DA88-41B2-8351-AD40ADE30F9E}" destId="{03AEB53A-7638-4BDD-B050-85851A420F8E}" srcOrd="0" destOrd="0" presId="urn:microsoft.com/office/officeart/2008/layout/LinedList"/>
    <dgm:cxn modelId="{33E18F9E-14D9-40C4-88C3-8A4CA2736A38}" type="presOf" srcId="{04C03027-7B70-442A-B626-8FD5BC8E008D}" destId="{866E3E92-CB64-4717-9300-4D7A1F16CBFA}" srcOrd="0" destOrd="0" presId="urn:microsoft.com/office/officeart/2008/layout/LinedList"/>
    <dgm:cxn modelId="{13509EAC-CB31-499E-AED7-D2EC33860825}" type="presOf" srcId="{2A3E20EC-120C-497D-812E-C0D60946E9F9}" destId="{7A2E37B0-87E8-4963-BBF1-58EB709168F7}" srcOrd="0" destOrd="0" presId="urn:microsoft.com/office/officeart/2008/layout/LinedList"/>
    <dgm:cxn modelId="{5DDE71B4-1843-4190-9E7D-9A3316CE68EB}" srcId="{8E92B310-F82C-4115-9C18-D02DDD87C939}" destId="{04C03027-7B70-442A-B626-8FD5BC8E008D}" srcOrd="4" destOrd="0" parTransId="{123540A4-4A9D-429E-85C9-5D9F1F668440}" sibTransId="{BEC76013-8C29-4EF8-907D-6E5058FCF26D}"/>
    <dgm:cxn modelId="{347817BA-36B3-4D09-B799-C53D384136D3}" type="presOf" srcId="{768177B7-A394-49CF-A6CC-CF720F293FD6}" destId="{4863C662-BF81-4997-95D7-2C67BDF4B039}" srcOrd="0" destOrd="0" presId="urn:microsoft.com/office/officeart/2008/layout/LinedList"/>
    <dgm:cxn modelId="{1C1100BB-F877-4AB1-A007-B811726F5319}" type="presOf" srcId="{CDBF0AE0-C211-4794-BC69-52E547B351C4}" destId="{7066C223-D539-47E8-8ADF-523C83B0493D}" srcOrd="0" destOrd="0" presId="urn:microsoft.com/office/officeart/2008/layout/LinedList"/>
    <dgm:cxn modelId="{FEA6D6C3-37CF-447B-AA46-9B7748102ECD}" type="presOf" srcId="{09FCB2B6-58F1-490E-BA4D-39F17F998101}" destId="{4D95F26B-CA08-4F26-9AC2-E13F95565F52}" srcOrd="0" destOrd="0" presId="urn:microsoft.com/office/officeart/2008/layout/LinedList"/>
    <dgm:cxn modelId="{3BB180C4-B563-494D-98DF-716BF491BE0D}" srcId="{8E92B310-F82C-4115-9C18-D02DDD87C939}" destId="{09FCB2B6-58F1-490E-BA4D-39F17F998101}" srcOrd="12" destOrd="0" parTransId="{043CCF81-65C6-4607-9AC2-E56F35F2127D}" sibTransId="{C1EEC1A0-E78E-4022-ABB9-F6401C319D2B}"/>
    <dgm:cxn modelId="{3BACE9D5-25A4-4B89-8BE1-222F19618618}" srcId="{8E92B310-F82C-4115-9C18-D02DDD87C939}" destId="{4D716873-DA88-41B2-8351-AD40ADE30F9E}" srcOrd="3" destOrd="0" parTransId="{CA71E1B9-36DC-4D45-A2F4-C59C4C2C6B87}" sibTransId="{3317B369-AE41-44F0-BEBE-8091AED8B069}"/>
    <dgm:cxn modelId="{E60F35DA-9340-43C3-9C1F-5A4E34862052}" srcId="{8E92B310-F82C-4115-9C18-D02DDD87C939}" destId="{BD8915E4-7659-4131-BBA4-6269FC8D8910}" srcOrd="1" destOrd="0" parTransId="{DF5E06B3-4989-4D4A-9C14-344556F75407}" sibTransId="{BC3C0906-57B9-4068-B7F7-AB1AE14ADD88}"/>
    <dgm:cxn modelId="{07F67AEE-8711-461A-80F4-9C47D0587DA2}" type="presOf" srcId="{8E92B310-F82C-4115-9C18-D02DDD87C939}" destId="{46DD60D9-3669-4260-AB56-E408CA1B9A30}" srcOrd="0" destOrd="0" presId="urn:microsoft.com/office/officeart/2008/layout/LinedList"/>
    <dgm:cxn modelId="{34A813F6-F9C6-4972-84DD-E045A4A8951A}" type="presOf" srcId="{D91028F4-7F32-4A66-8D30-3B4138A8F55A}" destId="{FD2E78E6-DE20-4A33-A53D-D8F3D3C3A938}" srcOrd="0" destOrd="0" presId="urn:microsoft.com/office/officeart/2008/layout/LinedList"/>
    <dgm:cxn modelId="{1371B4FB-8888-43A1-BA1B-BA3AF479869F}" type="presOf" srcId="{E62A0B55-85F8-445A-B960-E2A9D7FB7257}" destId="{30B1AFAB-1383-4AED-BBDD-76C67F2BE60C}" srcOrd="0" destOrd="0" presId="urn:microsoft.com/office/officeart/2008/layout/LinedList"/>
    <dgm:cxn modelId="{B8A82CFF-3F98-47BA-ACA4-DFCA154120D2}" srcId="{8E92B310-F82C-4115-9C18-D02DDD87C939}" destId="{45855721-4D76-46E5-AB48-85F077E4B1F6}" srcOrd="5" destOrd="0" parTransId="{09134552-A941-420E-A881-17E0CBB70C81}" sibTransId="{CC9E1F13-61C9-41BC-B098-10854713F94B}"/>
    <dgm:cxn modelId="{5EA1E387-03D9-4AAF-822C-F45A61FB8E3B}" type="presParOf" srcId="{46DD60D9-3669-4260-AB56-E408CA1B9A30}" destId="{C4DE2953-776E-4BC5-BDEA-740AC6A4FD83}" srcOrd="0" destOrd="0" presId="urn:microsoft.com/office/officeart/2008/layout/LinedList"/>
    <dgm:cxn modelId="{BDD384C2-C19D-4D0C-9E94-FCB2E08EDEDD}" type="presParOf" srcId="{46DD60D9-3669-4260-AB56-E408CA1B9A30}" destId="{2657C7FF-E29C-4983-ADCD-D34DB5802538}" srcOrd="1" destOrd="0" presId="urn:microsoft.com/office/officeart/2008/layout/LinedList"/>
    <dgm:cxn modelId="{0D226C65-9B42-4FC6-B81A-5C34E7A9EA5E}" type="presParOf" srcId="{2657C7FF-E29C-4983-ADCD-D34DB5802538}" destId="{4863C662-BF81-4997-95D7-2C67BDF4B039}" srcOrd="0" destOrd="0" presId="urn:microsoft.com/office/officeart/2008/layout/LinedList"/>
    <dgm:cxn modelId="{95954E2E-81AC-4D7B-8AF7-5E751D9C53D4}" type="presParOf" srcId="{2657C7FF-E29C-4983-ADCD-D34DB5802538}" destId="{251E1783-DF63-47FF-9A27-9C0079D461C2}" srcOrd="1" destOrd="0" presId="urn:microsoft.com/office/officeart/2008/layout/LinedList"/>
    <dgm:cxn modelId="{2C02D96E-7E1A-40A3-9703-9919925BDE93}" type="presParOf" srcId="{46DD60D9-3669-4260-AB56-E408CA1B9A30}" destId="{B475C2F8-69A4-4CBC-A77C-8FC29B3C750A}" srcOrd="2" destOrd="0" presId="urn:microsoft.com/office/officeart/2008/layout/LinedList"/>
    <dgm:cxn modelId="{2287C450-D81F-46C0-AA4B-8289F9C0F6EE}" type="presParOf" srcId="{46DD60D9-3669-4260-AB56-E408CA1B9A30}" destId="{84022584-850D-423E-BDBE-A0870204612F}" srcOrd="3" destOrd="0" presId="urn:microsoft.com/office/officeart/2008/layout/LinedList"/>
    <dgm:cxn modelId="{200D5BEC-7706-414B-9F68-F65DE38F9A19}" type="presParOf" srcId="{84022584-850D-423E-BDBE-A0870204612F}" destId="{408D7C8F-2DAC-41D3-B4B9-F24001A86F4E}" srcOrd="0" destOrd="0" presId="urn:microsoft.com/office/officeart/2008/layout/LinedList"/>
    <dgm:cxn modelId="{C2BB867C-B10B-40A7-AC7A-7B70DF23A5A9}" type="presParOf" srcId="{84022584-850D-423E-BDBE-A0870204612F}" destId="{B175C840-B624-4049-B0DD-4D739697F626}" srcOrd="1" destOrd="0" presId="urn:microsoft.com/office/officeart/2008/layout/LinedList"/>
    <dgm:cxn modelId="{2B559C2F-05F2-48BD-873E-3F2691D9941A}" type="presParOf" srcId="{46DD60D9-3669-4260-AB56-E408CA1B9A30}" destId="{57CE529E-905F-4BF9-AA33-55248645E385}" srcOrd="4" destOrd="0" presId="urn:microsoft.com/office/officeart/2008/layout/LinedList"/>
    <dgm:cxn modelId="{07651B3F-07A1-4330-90AD-4544914B75CE}" type="presParOf" srcId="{46DD60D9-3669-4260-AB56-E408CA1B9A30}" destId="{643EE605-1D13-4E4B-81B2-FD5D5DD01D7B}" srcOrd="5" destOrd="0" presId="urn:microsoft.com/office/officeart/2008/layout/LinedList"/>
    <dgm:cxn modelId="{407D3610-C6D4-49B1-A26D-D69F8F386078}" type="presParOf" srcId="{643EE605-1D13-4E4B-81B2-FD5D5DD01D7B}" destId="{17F03D02-EE12-4BC3-8F70-B3411EA49744}" srcOrd="0" destOrd="0" presId="urn:microsoft.com/office/officeart/2008/layout/LinedList"/>
    <dgm:cxn modelId="{0108807E-5F79-4D9B-81F2-DD129BDF1C10}" type="presParOf" srcId="{643EE605-1D13-4E4B-81B2-FD5D5DD01D7B}" destId="{D6CD5757-DB12-4E2F-8238-F6C0C39EC3D9}" srcOrd="1" destOrd="0" presId="urn:microsoft.com/office/officeart/2008/layout/LinedList"/>
    <dgm:cxn modelId="{B5DC4237-DAAC-4F34-9EC3-A7E995B738D1}" type="presParOf" srcId="{46DD60D9-3669-4260-AB56-E408CA1B9A30}" destId="{A7E88928-495E-4427-883D-E0021E69D41E}" srcOrd="6" destOrd="0" presId="urn:microsoft.com/office/officeart/2008/layout/LinedList"/>
    <dgm:cxn modelId="{7A2D6D3D-1B04-469A-85B8-E56E978EBA61}" type="presParOf" srcId="{46DD60D9-3669-4260-AB56-E408CA1B9A30}" destId="{0BF5F4FE-A9A1-463F-9AAE-6B393659FCB1}" srcOrd="7" destOrd="0" presId="urn:microsoft.com/office/officeart/2008/layout/LinedList"/>
    <dgm:cxn modelId="{D31A8499-FE11-47C3-B274-3DA226BEFAB0}" type="presParOf" srcId="{0BF5F4FE-A9A1-463F-9AAE-6B393659FCB1}" destId="{03AEB53A-7638-4BDD-B050-85851A420F8E}" srcOrd="0" destOrd="0" presId="urn:microsoft.com/office/officeart/2008/layout/LinedList"/>
    <dgm:cxn modelId="{196043FA-E7B9-45A7-ABC2-06FB913A4755}" type="presParOf" srcId="{0BF5F4FE-A9A1-463F-9AAE-6B393659FCB1}" destId="{CA5DC15B-CA10-4D5A-A76A-19F6353F40D0}" srcOrd="1" destOrd="0" presId="urn:microsoft.com/office/officeart/2008/layout/LinedList"/>
    <dgm:cxn modelId="{FBD6B1B5-4A08-4E94-A0CF-0E7FCBFEC6D1}" type="presParOf" srcId="{46DD60D9-3669-4260-AB56-E408CA1B9A30}" destId="{760C0E8E-CC9E-41A8-BF06-B9F699B62C38}" srcOrd="8" destOrd="0" presId="urn:microsoft.com/office/officeart/2008/layout/LinedList"/>
    <dgm:cxn modelId="{C0416806-7CC9-4ECD-A95E-0C53BB0E6CE4}" type="presParOf" srcId="{46DD60D9-3669-4260-AB56-E408CA1B9A30}" destId="{3BAE74E9-B80D-4AC0-B12A-9A1F08E23FED}" srcOrd="9" destOrd="0" presId="urn:microsoft.com/office/officeart/2008/layout/LinedList"/>
    <dgm:cxn modelId="{3D8C6216-8509-4F4E-A2F9-BC32E16396B4}" type="presParOf" srcId="{3BAE74E9-B80D-4AC0-B12A-9A1F08E23FED}" destId="{866E3E92-CB64-4717-9300-4D7A1F16CBFA}" srcOrd="0" destOrd="0" presId="urn:microsoft.com/office/officeart/2008/layout/LinedList"/>
    <dgm:cxn modelId="{4A758A7C-C7B8-4709-AFCD-C885E3617A10}" type="presParOf" srcId="{3BAE74E9-B80D-4AC0-B12A-9A1F08E23FED}" destId="{37724415-3796-48AB-B06E-3C657EC0AB9B}" srcOrd="1" destOrd="0" presId="urn:microsoft.com/office/officeart/2008/layout/LinedList"/>
    <dgm:cxn modelId="{8DCE1456-4459-4B3B-92AB-FFE17E38ED46}" type="presParOf" srcId="{46DD60D9-3669-4260-AB56-E408CA1B9A30}" destId="{48E5D078-89A7-4739-A3CC-FF19B25D53B0}" srcOrd="10" destOrd="0" presId="urn:microsoft.com/office/officeart/2008/layout/LinedList"/>
    <dgm:cxn modelId="{BD5C507A-60B9-4703-97D2-07E6E9458E7E}" type="presParOf" srcId="{46DD60D9-3669-4260-AB56-E408CA1B9A30}" destId="{0C3C3714-EC13-48AF-AFF8-B81A63E85591}" srcOrd="11" destOrd="0" presId="urn:microsoft.com/office/officeart/2008/layout/LinedList"/>
    <dgm:cxn modelId="{AC31AE29-3478-4E8B-A42A-B78282EE9F9E}" type="presParOf" srcId="{0C3C3714-EC13-48AF-AFF8-B81A63E85591}" destId="{8B81391C-440F-4628-958F-0D48E0023C9A}" srcOrd="0" destOrd="0" presId="urn:microsoft.com/office/officeart/2008/layout/LinedList"/>
    <dgm:cxn modelId="{DE935313-6129-43F7-A4E1-B87A8027EE91}" type="presParOf" srcId="{0C3C3714-EC13-48AF-AFF8-B81A63E85591}" destId="{643B50EF-5325-4057-A777-69919DDED175}" srcOrd="1" destOrd="0" presId="urn:microsoft.com/office/officeart/2008/layout/LinedList"/>
    <dgm:cxn modelId="{71E64CF7-FC0B-4F6B-BD49-9A9A6F8983CB}" type="presParOf" srcId="{46DD60D9-3669-4260-AB56-E408CA1B9A30}" destId="{053303CD-A3F9-4F91-AB58-E1F371DB2919}" srcOrd="12" destOrd="0" presId="urn:microsoft.com/office/officeart/2008/layout/LinedList"/>
    <dgm:cxn modelId="{965B2775-E9D8-44B7-A7C7-A653BB750791}" type="presParOf" srcId="{46DD60D9-3669-4260-AB56-E408CA1B9A30}" destId="{22B9BA25-6218-4610-BB8E-05E8E39DB870}" srcOrd="13" destOrd="0" presId="urn:microsoft.com/office/officeart/2008/layout/LinedList"/>
    <dgm:cxn modelId="{B1B2DD6C-FF5E-4803-82A1-0CDDAC8A09CA}" type="presParOf" srcId="{22B9BA25-6218-4610-BB8E-05E8E39DB870}" destId="{FD2E78E6-DE20-4A33-A53D-D8F3D3C3A938}" srcOrd="0" destOrd="0" presId="urn:microsoft.com/office/officeart/2008/layout/LinedList"/>
    <dgm:cxn modelId="{910766DC-72B5-4620-B5A8-50EF419307B3}" type="presParOf" srcId="{22B9BA25-6218-4610-BB8E-05E8E39DB870}" destId="{17F9FC60-78BF-43C2-8508-1BF8E04FF309}" srcOrd="1" destOrd="0" presId="urn:microsoft.com/office/officeart/2008/layout/LinedList"/>
    <dgm:cxn modelId="{72244C80-A1EC-4FDD-8C76-B6B08AAC924F}" type="presParOf" srcId="{46DD60D9-3669-4260-AB56-E408CA1B9A30}" destId="{A2305F8D-7085-466A-9C61-59DC4A7DA977}" srcOrd="14" destOrd="0" presId="urn:microsoft.com/office/officeart/2008/layout/LinedList"/>
    <dgm:cxn modelId="{1067B185-F59C-4B9C-A6C7-18267D531D6D}" type="presParOf" srcId="{46DD60D9-3669-4260-AB56-E408CA1B9A30}" destId="{9FB233E9-6AC4-4AEE-8E77-1FF7D08487A5}" srcOrd="15" destOrd="0" presId="urn:microsoft.com/office/officeart/2008/layout/LinedList"/>
    <dgm:cxn modelId="{E1D7D1F3-DBBE-4ADB-AA40-CEBCF669B26A}" type="presParOf" srcId="{9FB233E9-6AC4-4AEE-8E77-1FF7D08487A5}" destId="{619AA7BE-6129-42B0-B12A-172A63FEF079}" srcOrd="0" destOrd="0" presId="urn:microsoft.com/office/officeart/2008/layout/LinedList"/>
    <dgm:cxn modelId="{F0A0C5DE-AA92-41B5-AD6E-9C11561E7D76}" type="presParOf" srcId="{9FB233E9-6AC4-4AEE-8E77-1FF7D08487A5}" destId="{D8FCF4F9-0574-4D5F-AC8C-2A1AC13CB57E}" srcOrd="1" destOrd="0" presId="urn:microsoft.com/office/officeart/2008/layout/LinedList"/>
    <dgm:cxn modelId="{FD230ECA-8EB5-42B1-A60D-72A800B7F360}" type="presParOf" srcId="{46DD60D9-3669-4260-AB56-E408CA1B9A30}" destId="{1442E887-BB35-4182-865A-7A1EA77D15B4}" srcOrd="16" destOrd="0" presId="urn:microsoft.com/office/officeart/2008/layout/LinedList"/>
    <dgm:cxn modelId="{7FCEB55E-8717-4546-885F-0E94B831FA92}" type="presParOf" srcId="{46DD60D9-3669-4260-AB56-E408CA1B9A30}" destId="{740FA636-22B8-480D-A9F8-282952C3AAEB}" srcOrd="17" destOrd="0" presId="urn:microsoft.com/office/officeart/2008/layout/LinedList"/>
    <dgm:cxn modelId="{B757FA33-362A-4490-9FBE-35647B3879E0}" type="presParOf" srcId="{740FA636-22B8-480D-A9F8-282952C3AAEB}" destId="{03A115D5-EB9D-4169-899D-76C463D316BE}" srcOrd="0" destOrd="0" presId="urn:microsoft.com/office/officeart/2008/layout/LinedList"/>
    <dgm:cxn modelId="{06911517-9D68-4536-84D3-8F27AF5DC257}" type="presParOf" srcId="{740FA636-22B8-480D-A9F8-282952C3AAEB}" destId="{AD11CA5E-3B24-49E0-817A-1691B5C17DA7}" srcOrd="1" destOrd="0" presId="urn:microsoft.com/office/officeart/2008/layout/LinedList"/>
    <dgm:cxn modelId="{F12DB3AC-92E4-4544-8BF0-F8DA5F75D3B6}" type="presParOf" srcId="{46DD60D9-3669-4260-AB56-E408CA1B9A30}" destId="{767DA2F1-ED6F-4886-9F58-DA032C5531E3}" srcOrd="18" destOrd="0" presId="urn:microsoft.com/office/officeart/2008/layout/LinedList"/>
    <dgm:cxn modelId="{DD90277F-B81F-4869-98F8-C40F80DE691C}" type="presParOf" srcId="{46DD60D9-3669-4260-AB56-E408CA1B9A30}" destId="{745CA16A-2386-470A-8300-BAC7E9F88840}" srcOrd="19" destOrd="0" presId="urn:microsoft.com/office/officeart/2008/layout/LinedList"/>
    <dgm:cxn modelId="{D5EB0F02-DC59-4A63-B791-B21C00BACBEF}" type="presParOf" srcId="{745CA16A-2386-470A-8300-BAC7E9F88840}" destId="{7A2E37B0-87E8-4963-BBF1-58EB709168F7}" srcOrd="0" destOrd="0" presId="urn:microsoft.com/office/officeart/2008/layout/LinedList"/>
    <dgm:cxn modelId="{34D68C44-5D73-4CA8-852D-402E5A54147B}" type="presParOf" srcId="{745CA16A-2386-470A-8300-BAC7E9F88840}" destId="{0DD2E339-5520-4ACF-9D27-166804FB8C62}" srcOrd="1" destOrd="0" presId="urn:microsoft.com/office/officeart/2008/layout/LinedList"/>
    <dgm:cxn modelId="{94272A80-4378-4A32-A5D3-4F5726AA06A9}" type="presParOf" srcId="{46DD60D9-3669-4260-AB56-E408CA1B9A30}" destId="{3252B4FB-6577-45F9-A8CA-242E2F6119B5}" srcOrd="20" destOrd="0" presId="urn:microsoft.com/office/officeart/2008/layout/LinedList"/>
    <dgm:cxn modelId="{355F1601-4BB7-4CBC-88FC-6E99293B7007}" type="presParOf" srcId="{46DD60D9-3669-4260-AB56-E408CA1B9A30}" destId="{D4952F0E-3F1C-4216-B446-9A8184CA01D4}" srcOrd="21" destOrd="0" presId="urn:microsoft.com/office/officeart/2008/layout/LinedList"/>
    <dgm:cxn modelId="{DC3A6DCA-508F-4A0C-B0D1-01DA989D2FE5}" type="presParOf" srcId="{D4952F0E-3F1C-4216-B446-9A8184CA01D4}" destId="{5BDB176A-281A-4DB4-A72E-509737D04B27}" srcOrd="0" destOrd="0" presId="urn:microsoft.com/office/officeart/2008/layout/LinedList"/>
    <dgm:cxn modelId="{BDC09802-165B-46FF-92DD-F82EA035B6F5}" type="presParOf" srcId="{D4952F0E-3F1C-4216-B446-9A8184CA01D4}" destId="{1ADA267E-0EB2-49C6-9728-788C612AC05B}" srcOrd="1" destOrd="0" presId="urn:microsoft.com/office/officeart/2008/layout/LinedList"/>
    <dgm:cxn modelId="{E8BFC996-C119-41EF-A21F-B5082563597A}" type="presParOf" srcId="{46DD60D9-3669-4260-AB56-E408CA1B9A30}" destId="{150CA133-4569-483B-A449-539625299E0F}" srcOrd="22" destOrd="0" presId="urn:microsoft.com/office/officeart/2008/layout/LinedList"/>
    <dgm:cxn modelId="{5D504A14-C172-4E59-8282-F285BAE79660}" type="presParOf" srcId="{46DD60D9-3669-4260-AB56-E408CA1B9A30}" destId="{42DBCBAC-E539-44B0-ADB2-801C4BF96808}" srcOrd="23" destOrd="0" presId="urn:microsoft.com/office/officeart/2008/layout/LinedList"/>
    <dgm:cxn modelId="{A2841783-D600-461A-B922-362CE4229EC3}" type="presParOf" srcId="{42DBCBAC-E539-44B0-ADB2-801C4BF96808}" destId="{7066C223-D539-47E8-8ADF-523C83B0493D}" srcOrd="0" destOrd="0" presId="urn:microsoft.com/office/officeart/2008/layout/LinedList"/>
    <dgm:cxn modelId="{E83A24D1-FA2D-4916-8BD2-CCF4452606CC}" type="presParOf" srcId="{42DBCBAC-E539-44B0-ADB2-801C4BF96808}" destId="{D3273141-F85D-4209-8D85-0A6B1689472E}" srcOrd="1" destOrd="0" presId="urn:microsoft.com/office/officeart/2008/layout/LinedList"/>
    <dgm:cxn modelId="{3FEC819D-4F04-498F-AEBC-FC26FC5E27B1}" type="presParOf" srcId="{46DD60D9-3669-4260-AB56-E408CA1B9A30}" destId="{7FB4F486-9DDD-4F95-94E5-AB089E4BFFDE}" srcOrd="24" destOrd="0" presId="urn:microsoft.com/office/officeart/2008/layout/LinedList"/>
    <dgm:cxn modelId="{0CFC4D3F-CDFA-4D2F-8756-6AEF1CFA9546}" type="presParOf" srcId="{46DD60D9-3669-4260-AB56-E408CA1B9A30}" destId="{C785AF0A-C291-48D5-A4CF-11211A371795}" srcOrd="25" destOrd="0" presId="urn:microsoft.com/office/officeart/2008/layout/LinedList"/>
    <dgm:cxn modelId="{1CE8B078-7D54-4C7C-A9DD-F8447CBCAB6C}" type="presParOf" srcId="{C785AF0A-C291-48D5-A4CF-11211A371795}" destId="{4D95F26B-CA08-4F26-9AC2-E13F95565F52}" srcOrd="0" destOrd="0" presId="urn:microsoft.com/office/officeart/2008/layout/LinedList"/>
    <dgm:cxn modelId="{47F61D2E-FD05-4199-BAB4-06BA1D672ECF}" type="presParOf" srcId="{C785AF0A-C291-48D5-A4CF-11211A371795}" destId="{71B66A05-C8E5-4054-BA13-D97284CF1B8A}" srcOrd="1" destOrd="0" presId="urn:microsoft.com/office/officeart/2008/layout/LinedList"/>
    <dgm:cxn modelId="{7D106994-346E-4228-9F03-C47CFD2DFFFC}" type="presParOf" srcId="{46DD60D9-3669-4260-AB56-E408CA1B9A30}" destId="{F4329C01-6347-4871-80B7-19BD5BFFAACA}" srcOrd="26" destOrd="0" presId="urn:microsoft.com/office/officeart/2008/layout/LinedList"/>
    <dgm:cxn modelId="{8B2485D2-8B83-4F95-8BEB-BB3F5D0416D4}" type="presParOf" srcId="{46DD60D9-3669-4260-AB56-E408CA1B9A30}" destId="{842FDCF2-8132-44E6-BEC3-FCD8F3C2DA19}" srcOrd="27" destOrd="0" presId="urn:microsoft.com/office/officeart/2008/layout/LinedList"/>
    <dgm:cxn modelId="{8ACD42A3-70AA-46BF-AD3D-49706519EF27}" type="presParOf" srcId="{842FDCF2-8132-44E6-BEC3-FCD8F3C2DA19}" destId="{30B1AFAB-1383-4AED-BBDD-76C67F2BE60C}" srcOrd="0" destOrd="0" presId="urn:microsoft.com/office/officeart/2008/layout/LinedList"/>
    <dgm:cxn modelId="{0228A57C-18F1-4689-A166-07F200BD336B}" type="presParOf" srcId="{842FDCF2-8132-44E6-BEC3-FCD8F3C2DA19}" destId="{93673B4A-4F6E-4F8F-9CC7-3EDB548F4251}" srcOrd="1" destOrd="0" presId="urn:microsoft.com/office/officeart/2008/layout/LinedList"/>
    <dgm:cxn modelId="{9288FC89-C842-4AC4-8762-0219BCA1DE8D}" type="presParOf" srcId="{46DD60D9-3669-4260-AB56-E408CA1B9A30}" destId="{CFB75885-EF83-424C-A067-54EE2381FD01}" srcOrd="28" destOrd="0" presId="urn:microsoft.com/office/officeart/2008/layout/LinedList"/>
    <dgm:cxn modelId="{E8D96B1F-E41A-4C3E-A3CB-0CE7B44DC3B9}" type="presParOf" srcId="{46DD60D9-3669-4260-AB56-E408CA1B9A30}" destId="{8762997C-B4FE-4E13-88C7-66E864644FD5}" srcOrd="29" destOrd="0" presId="urn:microsoft.com/office/officeart/2008/layout/LinedList"/>
    <dgm:cxn modelId="{540E5C33-9371-47CE-81CD-948BB42E4030}" type="presParOf" srcId="{8762997C-B4FE-4E13-88C7-66E864644FD5}" destId="{21B4C409-8F0B-4D70-B3F6-6888879E9AF9}" srcOrd="0" destOrd="0" presId="urn:microsoft.com/office/officeart/2008/layout/LinedList"/>
    <dgm:cxn modelId="{7629D3AB-9316-4FFC-A845-1CA43EABAFD6}" type="presParOf" srcId="{8762997C-B4FE-4E13-88C7-66E864644FD5}" destId="{0F5832A0-42A3-416F-AC25-64418735280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AD8036A-E260-4053-8A4E-00031310393F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EB59E3DA-070E-43B0-A5DD-F779B61F58E8}">
      <dgm:prSet/>
      <dgm:spPr/>
      <dgm:t>
        <a:bodyPr/>
        <a:lstStyle/>
        <a:p>
          <a:r>
            <a:rPr lang="en-US"/>
            <a:t>PROJECT SUMMARY:</a:t>
          </a:r>
        </a:p>
      </dgm:t>
    </dgm:pt>
    <dgm:pt modelId="{DD94E908-2959-4F41-8CEC-3EF4FC1106C6}" type="parTrans" cxnId="{A8E08981-2A2F-4B7A-81E1-9C2B59178FB9}">
      <dgm:prSet/>
      <dgm:spPr/>
      <dgm:t>
        <a:bodyPr/>
        <a:lstStyle/>
        <a:p>
          <a:endParaRPr lang="en-US"/>
        </a:p>
      </dgm:t>
    </dgm:pt>
    <dgm:pt modelId="{3C633316-365E-49DA-B02C-2337EE24D324}" type="sibTrans" cxnId="{A8E08981-2A2F-4B7A-81E1-9C2B59178FB9}">
      <dgm:prSet/>
      <dgm:spPr/>
      <dgm:t>
        <a:bodyPr/>
        <a:lstStyle/>
        <a:p>
          <a:endParaRPr lang="en-US"/>
        </a:p>
      </dgm:t>
    </dgm:pt>
    <dgm:pt modelId="{CDA7713B-4A02-40FE-AB1C-B447015D45EA}">
      <dgm:prSet/>
      <dgm:spPr/>
      <dgm:t>
        <a:bodyPr/>
        <a:lstStyle/>
        <a:p>
          <a:r>
            <a:rPr lang="en-US"/>
            <a:t>• Complete internship management system                </a:t>
          </a:r>
        </a:p>
      </dgm:t>
    </dgm:pt>
    <dgm:pt modelId="{D63C4BC0-45F5-4506-A07A-E1E83C2DFE48}" type="parTrans" cxnId="{6361EFD6-BE17-4865-BC3F-136214DABF5F}">
      <dgm:prSet/>
      <dgm:spPr/>
      <dgm:t>
        <a:bodyPr/>
        <a:lstStyle/>
        <a:p>
          <a:endParaRPr lang="en-US"/>
        </a:p>
      </dgm:t>
    </dgm:pt>
    <dgm:pt modelId="{B53AA3E5-CF2C-4C76-8000-14283893B71A}" type="sibTrans" cxnId="{6361EFD6-BE17-4865-BC3F-136214DABF5F}">
      <dgm:prSet/>
      <dgm:spPr/>
      <dgm:t>
        <a:bodyPr/>
        <a:lstStyle/>
        <a:p>
          <a:endParaRPr lang="en-US"/>
        </a:p>
      </dgm:t>
    </dgm:pt>
    <dgm:pt modelId="{49B12714-6026-4922-AC06-466800FE2D3F}">
      <dgm:prSet/>
      <dgm:spPr/>
      <dgm:t>
        <a:bodyPr/>
        <a:lstStyle/>
        <a:p>
          <a:r>
            <a:rPr lang="en-US"/>
            <a:t>• Role-based access (Student &amp; Admin)                  </a:t>
          </a:r>
        </a:p>
      </dgm:t>
    </dgm:pt>
    <dgm:pt modelId="{2F9993E6-9931-4B1C-B047-1816552E6462}" type="parTrans" cxnId="{395D0B1B-047B-4C65-8582-2216D3959F63}">
      <dgm:prSet/>
      <dgm:spPr/>
      <dgm:t>
        <a:bodyPr/>
        <a:lstStyle/>
        <a:p>
          <a:endParaRPr lang="en-US"/>
        </a:p>
      </dgm:t>
    </dgm:pt>
    <dgm:pt modelId="{4FB089AE-8FB1-4FF3-ADF1-912ED7D4B18D}" type="sibTrans" cxnId="{395D0B1B-047B-4C65-8582-2216D3959F63}">
      <dgm:prSet/>
      <dgm:spPr/>
      <dgm:t>
        <a:bodyPr/>
        <a:lstStyle/>
        <a:p>
          <a:endParaRPr lang="en-US"/>
        </a:p>
      </dgm:t>
    </dgm:pt>
    <dgm:pt modelId="{8BBBEA20-8896-4752-8E31-C94540CF5233}">
      <dgm:prSet/>
      <dgm:spPr/>
      <dgm:t>
        <a:bodyPr/>
        <a:lstStyle/>
        <a:p>
          <a:r>
            <a:rPr lang="en-US"/>
            <a:t>• Real-time application tracking                       </a:t>
          </a:r>
        </a:p>
      </dgm:t>
    </dgm:pt>
    <dgm:pt modelId="{D946A314-8B12-428F-9774-51058E7B0AB1}" type="parTrans" cxnId="{7D3D4DCD-E16E-41A5-BC89-B0180CF51F95}">
      <dgm:prSet/>
      <dgm:spPr/>
      <dgm:t>
        <a:bodyPr/>
        <a:lstStyle/>
        <a:p>
          <a:endParaRPr lang="en-US"/>
        </a:p>
      </dgm:t>
    </dgm:pt>
    <dgm:pt modelId="{349754E7-C515-4D2B-A1DC-69C5754D4FB9}" type="sibTrans" cxnId="{7D3D4DCD-E16E-41A5-BC89-B0180CF51F95}">
      <dgm:prSet/>
      <dgm:spPr/>
      <dgm:t>
        <a:bodyPr/>
        <a:lstStyle/>
        <a:p>
          <a:endParaRPr lang="en-US"/>
        </a:p>
      </dgm:t>
    </dgm:pt>
    <dgm:pt modelId="{D95F270D-24A4-476E-8CDB-243A4C827556}">
      <dgm:prSet/>
      <dgm:spPr/>
      <dgm:t>
        <a:bodyPr/>
        <a:lstStyle/>
        <a:p>
          <a:r>
            <a:rPr lang="en-US"/>
            <a:t>• Interactive dashboards with analytics                </a:t>
          </a:r>
        </a:p>
      </dgm:t>
    </dgm:pt>
    <dgm:pt modelId="{42CF0371-411E-49EE-A8B2-72A1D9849FD1}" type="parTrans" cxnId="{75D6D9F3-7234-4654-B904-3E28F4C02AB0}">
      <dgm:prSet/>
      <dgm:spPr/>
      <dgm:t>
        <a:bodyPr/>
        <a:lstStyle/>
        <a:p>
          <a:endParaRPr lang="en-US"/>
        </a:p>
      </dgm:t>
    </dgm:pt>
    <dgm:pt modelId="{DE7DE467-6267-4C86-BA96-BF2A55651140}" type="sibTrans" cxnId="{75D6D9F3-7234-4654-B904-3E28F4C02AB0}">
      <dgm:prSet/>
      <dgm:spPr/>
      <dgm:t>
        <a:bodyPr/>
        <a:lstStyle/>
        <a:p>
          <a:endParaRPr lang="en-US"/>
        </a:p>
      </dgm:t>
    </dgm:pt>
    <dgm:pt modelId="{FA9EC3CB-4D85-4349-92C3-72C7292E6387}">
      <dgm:prSet/>
      <dgm:spPr/>
      <dgm:t>
        <a:bodyPr/>
        <a:lstStyle/>
        <a:p>
          <a:r>
            <a:rPr lang="en-US"/>
            <a:t>• 15 Students | 15 Internships | 50+ Applications      </a:t>
          </a:r>
        </a:p>
      </dgm:t>
    </dgm:pt>
    <dgm:pt modelId="{D9D73CC1-F9F9-49BF-B48A-3288004F2194}" type="parTrans" cxnId="{F8AF317B-99DE-4B91-8321-866CB8492120}">
      <dgm:prSet/>
      <dgm:spPr/>
      <dgm:t>
        <a:bodyPr/>
        <a:lstStyle/>
        <a:p>
          <a:endParaRPr lang="en-US"/>
        </a:p>
      </dgm:t>
    </dgm:pt>
    <dgm:pt modelId="{484E1716-8E2D-4CDF-8F47-C2553283BBA3}" type="sibTrans" cxnId="{F8AF317B-99DE-4B91-8321-866CB8492120}">
      <dgm:prSet/>
      <dgm:spPr/>
      <dgm:t>
        <a:bodyPr/>
        <a:lstStyle/>
        <a:p>
          <a:endParaRPr lang="en-US"/>
        </a:p>
      </dgm:t>
    </dgm:pt>
    <dgm:pt modelId="{F7EC7482-8110-4328-9943-984E91778B30}">
      <dgm:prSet/>
      <dgm:spPr/>
      <dgm:t>
        <a:bodyPr/>
        <a:lstStyle/>
        <a:p>
          <a:r>
            <a:rPr lang="en-US"/>
            <a:t>FUTURE SCOPE:</a:t>
          </a:r>
        </a:p>
      </dgm:t>
    </dgm:pt>
    <dgm:pt modelId="{B383F28A-5319-44D0-B4C3-74179490B353}" type="parTrans" cxnId="{2AC2A0DF-E34C-41C5-A10E-CBBB0E03F8B0}">
      <dgm:prSet/>
      <dgm:spPr/>
      <dgm:t>
        <a:bodyPr/>
        <a:lstStyle/>
        <a:p>
          <a:endParaRPr lang="en-US"/>
        </a:p>
      </dgm:t>
    </dgm:pt>
    <dgm:pt modelId="{38F30F4C-01AF-44BE-8F80-16647A8DB6A1}" type="sibTrans" cxnId="{2AC2A0DF-E34C-41C5-A10E-CBBB0E03F8B0}">
      <dgm:prSet/>
      <dgm:spPr/>
      <dgm:t>
        <a:bodyPr/>
        <a:lstStyle/>
        <a:p>
          <a:endParaRPr lang="en-US"/>
        </a:p>
      </dgm:t>
    </dgm:pt>
    <dgm:pt modelId="{2B75BB8D-E124-46CC-88E7-C60229415435}">
      <dgm:prSet/>
      <dgm:spPr/>
      <dgm:t>
        <a:bodyPr/>
        <a:lstStyle/>
        <a:p>
          <a:r>
            <a:rPr lang="en-US"/>
            <a:t>• AI-based internship recommendations                  </a:t>
          </a:r>
        </a:p>
      </dgm:t>
    </dgm:pt>
    <dgm:pt modelId="{F5EBA331-5445-48D8-B9C7-8CB29A043405}" type="parTrans" cxnId="{CDBA9654-80AF-4E73-BFA2-CD34302FC4ED}">
      <dgm:prSet/>
      <dgm:spPr/>
      <dgm:t>
        <a:bodyPr/>
        <a:lstStyle/>
        <a:p>
          <a:endParaRPr lang="en-US"/>
        </a:p>
      </dgm:t>
    </dgm:pt>
    <dgm:pt modelId="{E935A702-C00E-4CE1-A40B-903C2C05BAE0}" type="sibTrans" cxnId="{CDBA9654-80AF-4E73-BFA2-CD34302FC4ED}">
      <dgm:prSet/>
      <dgm:spPr/>
      <dgm:t>
        <a:bodyPr/>
        <a:lstStyle/>
        <a:p>
          <a:endParaRPr lang="en-US"/>
        </a:p>
      </dgm:t>
    </dgm:pt>
    <dgm:pt modelId="{16A9978E-E6CD-4EC5-824C-71EB027277A8}">
      <dgm:prSet/>
      <dgm:spPr/>
      <dgm:t>
        <a:bodyPr/>
        <a:lstStyle/>
        <a:p>
          <a:r>
            <a:rPr lang="en-US"/>
            <a:t>• Email notifications                                  </a:t>
          </a:r>
        </a:p>
      </dgm:t>
    </dgm:pt>
    <dgm:pt modelId="{C0F19B19-0589-415E-8775-BB34E1446849}" type="parTrans" cxnId="{5292CCE1-DCB4-42FE-809B-E75DFA4C2398}">
      <dgm:prSet/>
      <dgm:spPr/>
      <dgm:t>
        <a:bodyPr/>
        <a:lstStyle/>
        <a:p>
          <a:endParaRPr lang="en-US"/>
        </a:p>
      </dgm:t>
    </dgm:pt>
    <dgm:pt modelId="{70B6FCA9-F6C9-4394-82C6-6916CD34030B}" type="sibTrans" cxnId="{5292CCE1-DCB4-42FE-809B-E75DFA4C2398}">
      <dgm:prSet/>
      <dgm:spPr/>
      <dgm:t>
        <a:bodyPr/>
        <a:lstStyle/>
        <a:p>
          <a:endParaRPr lang="en-US"/>
        </a:p>
      </dgm:t>
    </dgm:pt>
    <dgm:pt modelId="{95680EE7-9EBD-4CAF-9F99-4C6989B10F21}">
      <dgm:prSet/>
      <dgm:spPr/>
      <dgm:t>
        <a:bodyPr/>
        <a:lstStyle/>
        <a:p>
          <a:r>
            <a:rPr lang="en-US"/>
            <a:t>• Mobile application                                   </a:t>
          </a:r>
        </a:p>
      </dgm:t>
    </dgm:pt>
    <dgm:pt modelId="{F6D0E8CC-A282-4557-880A-4FC6A90BE8E2}" type="parTrans" cxnId="{4E21F21B-2B89-448D-88B8-35799985AC96}">
      <dgm:prSet/>
      <dgm:spPr/>
      <dgm:t>
        <a:bodyPr/>
        <a:lstStyle/>
        <a:p>
          <a:endParaRPr lang="en-US"/>
        </a:p>
      </dgm:t>
    </dgm:pt>
    <dgm:pt modelId="{BF267BB6-09C9-43B6-AAFE-B0819D0D9833}" type="sibTrans" cxnId="{4E21F21B-2B89-448D-88B8-35799985AC96}">
      <dgm:prSet/>
      <dgm:spPr/>
      <dgm:t>
        <a:bodyPr/>
        <a:lstStyle/>
        <a:p>
          <a:endParaRPr lang="en-US"/>
        </a:p>
      </dgm:t>
    </dgm:pt>
    <dgm:pt modelId="{5F96CC5F-DF8A-47E7-89FF-4E9E34BE4BD7}">
      <dgm:prSet/>
      <dgm:spPr/>
      <dgm:t>
        <a:bodyPr/>
        <a:lstStyle/>
        <a:p>
          <a:r>
            <a:rPr lang="en-US"/>
            <a:t>• Resume parsing                                       </a:t>
          </a:r>
        </a:p>
      </dgm:t>
    </dgm:pt>
    <dgm:pt modelId="{4F02C86C-57D9-454B-97AC-DC9094DEB26A}" type="parTrans" cxnId="{37EC7DBC-8783-4835-94D4-25E144AD5CEC}">
      <dgm:prSet/>
      <dgm:spPr/>
      <dgm:t>
        <a:bodyPr/>
        <a:lstStyle/>
        <a:p>
          <a:endParaRPr lang="en-US"/>
        </a:p>
      </dgm:t>
    </dgm:pt>
    <dgm:pt modelId="{0D915C98-BE68-48BD-AAB7-65EA3C3C0524}" type="sibTrans" cxnId="{37EC7DBC-8783-4835-94D4-25E144AD5CEC}">
      <dgm:prSet/>
      <dgm:spPr/>
      <dgm:t>
        <a:bodyPr/>
        <a:lstStyle/>
        <a:p>
          <a:endParaRPr lang="en-US"/>
        </a:p>
      </dgm:t>
    </dgm:pt>
    <dgm:pt modelId="{9C95A73E-2791-4424-A6E2-81889DF8BC21}">
      <dgm:prSet/>
      <dgm:spPr/>
      <dgm:t>
        <a:bodyPr/>
        <a:lstStyle/>
        <a:p>
          <a:r>
            <a:rPr lang="en-US"/>
            <a:t>TEST CREDENTIALS:</a:t>
          </a:r>
        </a:p>
      </dgm:t>
    </dgm:pt>
    <dgm:pt modelId="{397E8F52-0DFA-4999-9852-AC3F4A512CB4}" type="parTrans" cxnId="{85815244-1DBB-481F-A528-69185045BFC8}">
      <dgm:prSet/>
      <dgm:spPr/>
      <dgm:t>
        <a:bodyPr/>
        <a:lstStyle/>
        <a:p>
          <a:endParaRPr lang="en-US"/>
        </a:p>
      </dgm:t>
    </dgm:pt>
    <dgm:pt modelId="{D5FA01F3-1650-48EF-8B4C-88CF0EAE0896}" type="sibTrans" cxnId="{85815244-1DBB-481F-A528-69185045BFC8}">
      <dgm:prSet/>
      <dgm:spPr/>
      <dgm:t>
        <a:bodyPr/>
        <a:lstStyle/>
        <a:p>
          <a:endParaRPr lang="en-US"/>
        </a:p>
      </dgm:t>
    </dgm:pt>
    <dgm:pt modelId="{628CDEF9-6DB9-4C1F-B19D-0D49B1373BFD}">
      <dgm:prSet/>
      <dgm:spPr/>
      <dgm:t>
        <a:bodyPr/>
        <a:lstStyle/>
        <a:p>
          <a:r>
            <a:rPr lang="en-US"/>
            <a:t>Student: aarav@test.com / student123                   </a:t>
          </a:r>
        </a:p>
      </dgm:t>
    </dgm:pt>
    <dgm:pt modelId="{3E67A036-8B8B-4561-9E1F-EF06587DAEF4}" type="parTrans" cxnId="{FAD11942-CB99-463B-A682-23E1B8193B7D}">
      <dgm:prSet/>
      <dgm:spPr/>
      <dgm:t>
        <a:bodyPr/>
        <a:lstStyle/>
        <a:p>
          <a:endParaRPr lang="en-US"/>
        </a:p>
      </dgm:t>
    </dgm:pt>
    <dgm:pt modelId="{1EE8C5C3-1711-4C8A-94E2-A7D8BD211C84}" type="sibTrans" cxnId="{FAD11942-CB99-463B-A682-23E1B8193B7D}">
      <dgm:prSet/>
      <dgm:spPr/>
      <dgm:t>
        <a:bodyPr/>
        <a:lstStyle/>
        <a:p>
          <a:endParaRPr lang="en-US"/>
        </a:p>
      </dgm:t>
    </dgm:pt>
    <dgm:pt modelId="{204575E5-B634-45B0-9CB5-921D8B3144E5}">
      <dgm:prSet/>
      <dgm:spPr/>
      <dgm:t>
        <a:bodyPr/>
        <a:lstStyle/>
        <a:p>
          <a:r>
            <a:rPr lang="en-US"/>
            <a:t>Admin:   admin@test.com / admin123                     </a:t>
          </a:r>
        </a:p>
      </dgm:t>
    </dgm:pt>
    <dgm:pt modelId="{4A752E64-36C0-4B2B-B84B-54F9B4980338}" type="parTrans" cxnId="{BBD71A82-80E8-450F-828A-6C335FF8A8E9}">
      <dgm:prSet/>
      <dgm:spPr/>
      <dgm:t>
        <a:bodyPr/>
        <a:lstStyle/>
        <a:p>
          <a:endParaRPr lang="en-US"/>
        </a:p>
      </dgm:t>
    </dgm:pt>
    <dgm:pt modelId="{39392E33-BE9A-4C99-9FC3-25924BCD8CD2}" type="sibTrans" cxnId="{BBD71A82-80E8-450F-828A-6C335FF8A8E9}">
      <dgm:prSet/>
      <dgm:spPr/>
      <dgm:t>
        <a:bodyPr/>
        <a:lstStyle/>
        <a:p>
          <a:endParaRPr lang="en-US"/>
        </a:p>
      </dgm:t>
    </dgm:pt>
    <dgm:pt modelId="{2A7B3B2A-A579-4E64-9435-4F7B1353FE64}" type="pres">
      <dgm:prSet presAssocID="{8AD8036A-E260-4053-8A4E-00031310393F}" presName="vert0" presStyleCnt="0">
        <dgm:presLayoutVars>
          <dgm:dir/>
          <dgm:animOne val="branch"/>
          <dgm:animLvl val="lvl"/>
        </dgm:presLayoutVars>
      </dgm:prSet>
      <dgm:spPr/>
    </dgm:pt>
    <dgm:pt modelId="{828154E3-ED45-4EA3-ABF6-0388B634AAA1}" type="pres">
      <dgm:prSet presAssocID="{EB59E3DA-070E-43B0-A5DD-F779B61F58E8}" presName="thickLine" presStyleLbl="alignNode1" presStyleIdx="0" presStyleCnt="14"/>
      <dgm:spPr/>
    </dgm:pt>
    <dgm:pt modelId="{CF4CA92B-A86B-4650-B733-7DC85DDB7494}" type="pres">
      <dgm:prSet presAssocID="{EB59E3DA-070E-43B0-A5DD-F779B61F58E8}" presName="horz1" presStyleCnt="0"/>
      <dgm:spPr/>
    </dgm:pt>
    <dgm:pt modelId="{6D9D7231-94CA-457E-B95E-02A5BADEF9BD}" type="pres">
      <dgm:prSet presAssocID="{EB59E3DA-070E-43B0-A5DD-F779B61F58E8}" presName="tx1" presStyleLbl="revTx" presStyleIdx="0" presStyleCnt="14"/>
      <dgm:spPr/>
    </dgm:pt>
    <dgm:pt modelId="{C6439AA3-46EC-42C7-8C6E-0764E9C9A301}" type="pres">
      <dgm:prSet presAssocID="{EB59E3DA-070E-43B0-A5DD-F779B61F58E8}" presName="vert1" presStyleCnt="0"/>
      <dgm:spPr/>
    </dgm:pt>
    <dgm:pt modelId="{EA333023-7A43-4439-A5BC-C3228A9A5BC8}" type="pres">
      <dgm:prSet presAssocID="{CDA7713B-4A02-40FE-AB1C-B447015D45EA}" presName="thickLine" presStyleLbl="alignNode1" presStyleIdx="1" presStyleCnt="14"/>
      <dgm:spPr/>
    </dgm:pt>
    <dgm:pt modelId="{B6B08ACD-2C0C-42F9-95E1-1C4509808E94}" type="pres">
      <dgm:prSet presAssocID="{CDA7713B-4A02-40FE-AB1C-B447015D45EA}" presName="horz1" presStyleCnt="0"/>
      <dgm:spPr/>
    </dgm:pt>
    <dgm:pt modelId="{9221A142-5F6C-4D77-AC8E-994866637CF3}" type="pres">
      <dgm:prSet presAssocID="{CDA7713B-4A02-40FE-AB1C-B447015D45EA}" presName="tx1" presStyleLbl="revTx" presStyleIdx="1" presStyleCnt="14"/>
      <dgm:spPr/>
    </dgm:pt>
    <dgm:pt modelId="{A0BB8B91-96B8-49C1-A7AB-72E80DE321A7}" type="pres">
      <dgm:prSet presAssocID="{CDA7713B-4A02-40FE-AB1C-B447015D45EA}" presName="vert1" presStyleCnt="0"/>
      <dgm:spPr/>
    </dgm:pt>
    <dgm:pt modelId="{368990E3-338B-4134-A5C5-F7AF03E2B4D0}" type="pres">
      <dgm:prSet presAssocID="{49B12714-6026-4922-AC06-466800FE2D3F}" presName="thickLine" presStyleLbl="alignNode1" presStyleIdx="2" presStyleCnt="14"/>
      <dgm:spPr/>
    </dgm:pt>
    <dgm:pt modelId="{B8864F40-1E64-4CA6-A3DA-A095766EB7C7}" type="pres">
      <dgm:prSet presAssocID="{49B12714-6026-4922-AC06-466800FE2D3F}" presName="horz1" presStyleCnt="0"/>
      <dgm:spPr/>
    </dgm:pt>
    <dgm:pt modelId="{80563CB1-BDFD-455E-87A6-221112CB1740}" type="pres">
      <dgm:prSet presAssocID="{49B12714-6026-4922-AC06-466800FE2D3F}" presName="tx1" presStyleLbl="revTx" presStyleIdx="2" presStyleCnt="14"/>
      <dgm:spPr/>
    </dgm:pt>
    <dgm:pt modelId="{88BA61B7-2F03-4188-BB12-85BDB26B8990}" type="pres">
      <dgm:prSet presAssocID="{49B12714-6026-4922-AC06-466800FE2D3F}" presName="vert1" presStyleCnt="0"/>
      <dgm:spPr/>
    </dgm:pt>
    <dgm:pt modelId="{A9EAFCA0-6B61-4C64-8ED1-0352D7E96E42}" type="pres">
      <dgm:prSet presAssocID="{8BBBEA20-8896-4752-8E31-C94540CF5233}" presName="thickLine" presStyleLbl="alignNode1" presStyleIdx="3" presStyleCnt="14"/>
      <dgm:spPr/>
    </dgm:pt>
    <dgm:pt modelId="{77EBECFE-8212-4F30-B82F-C4B0C1FE03B8}" type="pres">
      <dgm:prSet presAssocID="{8BBBEA20-8896-4752-8E31-C94540CF5233}" presName="horz1" presStyleCnt="0"/>
      <dgm:spPr/>
    </dgm:pt>
    <dgm:pt modelId="{EC5C85FC-7797-467A-83D2-6A2FFADD2E81}" type="pres">
      <dgm:prSet presAssocID="{8BBBEA20-8896-4752-8E31-C94540CF5233}" presName="tx1" presStyleLbl="revTx" presStyleIdx="3" presStyleCnt="14"/>
      <dgm:spPr/>
    </dgm:pt>
    <dgm:pt modelId="{DF89C8F5-C3D3-429F-9FEE-FE45C392E939}" type="pres">
      <dgm:prSet presAssocID="{8BBBEA20-8896-4752-8E31-C94540CF5233}" presName="vert1" presStyleCnt="0"/>
      <dgm:spPr/>
    </dgm:pt>
    <dgm:pt modelId="{BD9B177B-C328-460B-85C5-B5CFE019FC82}" type="pres">
      <dgm:prSet presAssocID="{D95F270D-24A4-476E-8CDB-243A4C827556}" presName="thickLine" presStyleLbl="alignNode1" presStyleIdx="4" presStyleCnt="14"/>
      <dgm:spPr/>
    </dgm:pt>
    <dgm:pt modelId="{A5020BBC-4523-4F59-B5A7-85E4B585F47B}" type="pres">
      <dgm:prSet presAssocID="{D95F270D-24A4-476E-8CDB-243A4C827556}" presName="horz1" presStyleCnt="0"/>
      <dgm:spPr/>
    </dgm:pt>
    <dgm:pt modelId="{BD2F9D73-B8B8-4249-987F-1A006D38490F}" type="pres">
      <dgm:prSet presAssocID="{D95F270D-24A4-476E-8CDB-243A4C827556}" presName="tx1" presStyleLbl="revTx" presStyleIdx="4" presStyleCnt="14"/>
      <dgm:spPr/>
    </dgm:pt>
    <dgm:pt modelId="{965EE7B1-1404-47F6-AC8E-F331EC4A70AF}" type="pres">
      <dgm:prSet presAssocID="{D95F270D-24A4-476E-8CDB-243A4C827556}" presName="vert1" presStyleCnt="0"/>
      <dgm:spPr/>
    </dgm:pt>
    <dgm:pt modelId="{6F691CBA-F998-45CD-A80F-DCE604293518}" type="pres">
      <dgm:prSet presAssocID="{FA9EC3CB-4D85-4349-92C3-72C7292E6387}" presName="thickLine" presStyleLbl="alignNode1" presStyleIdx="5" presStyleCnt="14"/>
      <dgm:spPr/>
    </dgm:pt>
    <dgm:pt modelId="{61DB0A03-0272-4B62-84C8-2A99D16AFA27}" type="pres">
      <dgm:prSet presAssocID="{FA9EC3CB-4D85-4349-92C3-72C7292E6387}" presName="horz1" presStyleCnt="0"/>
      <dgm:spPr/>
    </dgm:pt>
    <dgm:pt modelId="{ED199C50-E52F-4CF4-A82D-A01C2B17CA30}" type="pres">
      <dgm:prSet presAssocID="{FA9EC3CB-4D85-4349-92C3-72C7292E6387}" presName="tx1" presStyleLbl="revTx" presStyleIdx="5" presStyleCnt="14"/>
      <dgm:spPr/>
    </dgm:pt>
    <dgm:pt modelId="{08BD4E7A-F89D-4702-B765-A69A8BB9305D}" type="pres">
      <dgm:prSet presAssocID="{FA9EC3CB-4D85-4349-92C3-72C7292E6387}" presName="vert1" presStyleCnt="0"/>
      <dgm:spPr/>
    </dgm:pt>
    <dgm:pt modelId="{290074F3-473A-48F6-B7EC-A8F230F5327F}" type="pres">
      <dgm:prSet presAssocID="{F7EC7482-8110-4328-9943-984E91778B30}" presName="thickLine" presStyleLbl="alignNode1" presStyleIdx="6" presStyleCnt="14"/>
      <dgm:spPr/>
    </dgm:pt>
    <dgm:pt modelId="{149C6433-1A33-49FA-BD6F-AAF951E3675D}" type="pres">
      <dgm:prSet presAssocID="{F7EC7482-8110-4328-9943-984E91778B30}" presName="horz1" presStyleCnt="0"/>
      <dgm:spPr/>
    </dgm:pt>
    <dgm:pt modelId="{9F98AE66-8110-4BA2-922C-C9C51DC53369}" type="pres">
      <dgm:prSet presAssocID="{F7EC7482-8110-4328-9943-984E91778B30}" presName="tx1" presStyleLbl="revTx" presStyleIdx="6" presStyleCnt="14"/>
      <dgm:spPr/>
    </dgm:pt>
    <dgm:pt modelId="{DEAEC20F-8AC1-4AE9-95A7-A34752DE252F}" type="pres">
      <dgm:prSet presAssocID="{F7EC7482-8110-4328-9943-984E91778B30}" presName="vert1" presStyleCnt="0"/>
      <dgm:spPr/>
    </dgm:pt>
    <dgm:pt modelId="{96DD3FF1-72CD-4097-B3F4-5CE457A875AC}" type="pres">
      <dgm:prSet presAssocID="{2B75BB8D-E124-46CC-88E7-C60229415435}" presName="thickLine" presStyleLbl="alignNode1" presStyleIdx="7" presStyleCnt="14"/>
      <dgm:spPr/>
    </dgm:pt>
    <dgm:pt modelId="{AF2DDBB1-461C-4DA8-8808-84701BC9954D}" type="pres">
      <dgm:prSet presAssocID="{2B75BB8D-E124-46CC-88E7-C60229415435}" presName="horz1" presStyleCnt="0"/>
      <dgm:spPr/>
    </dgm:pt>
    <dgm:pt modelId="{78DC0E2C-AC84-4A4F-A059-A9644CE8735C}" type="pres">
      <dgm:prSet presAssocID="{2B75BB8D-E124-46CC-88E7-C60229415435}" presName="tx1" presStyleLbl="revTx" presStyleIdx="7" presStyleCnt="14"/>
      <dgm:spPr/>
    </dgm:pt>
    <dgm:pt modelId="{535AF4FA-C13F-48B8-A9FC-4C0C96D9E87D}" type="pres">
      <dgm:prSet presAssocID="{2B75BB8D-E124-46CC-88E7-C60229415435}" presName="vert1" presStyleCnt="0"/>
      <dgm:spPr/>
    </dgm:pt>
    <dgm:pt modelId="{09024BFD-7863-43A7-A6E6-38C601474CD5}" type="pres">
      <dgm:prSet presAssocID="{16A9978E-E6CD-4EC5-824C-71EB027277A8}" presName="thickLine" presStyleLbl="alignNode1" presStyleIdx="8" presStyleCnt="14"/>
      <dgm:spPr/>
    </dgm:pt>
    <dgm:pt modelId="{4AEC4EC8-8E98-4848-9B79-C16E795C9156}" type="pres">
      <dgm:prSet presAssocID="{16A9978E-E6CD-4EC5-824C-71EB027277A8}" presName="horz1" presStyleCnt="0"/>
      <dgm:spPr/>
    </dgm:pt>
    <dgm:pt modelId="{A851A2A2-F3F2-40D6-8D7C-8E072DFF3BD9}" type="pres">
      <dgm:prSet presAssocID="{16A9978E-E6CD-4EC5-824C-71EB027277A8}" presName="tx1" presStyleLbl="revTx" presStyleIdx="8" presStyleCnt="14"/>
      <dgm:spPr/>
    </dgm:pt>
    <dgm:pt modelId="{B943E0CE-604E-48DF-8737-180A599CD57F}" type="pres">
      <dgm:prSet presAssocID="{16A9978E-E6CD-4EC5-824C-71EB027277A8}" presName="vert1" presStyleCnt="0"/>
      <dgm:spPr/>
    </dgm:pt>
    <dgm:pt modelId="{1AD2A63F-BCED-49C1-9B47-F9EA7C366C1D}" type="pres">
      <dgm:prSet presAssocID="{95680EE7-9EBD-4CAF-9F99-4C6989B10F21}" presName="thickLine" presStyleLbl="alignNode1" presStyleIdx="9" presStyleCnt="14"/>
      <dgm:spPr/>
    </dgm:pt>
    <dgm:pt modelId="{667C2DDF-FF45-414D-837B-1C1910D27292}" type="pres">
      <dgm:prSet presAssocID="{95680EE7-9EBD-4CAF-9F99-4C6989B10F21}" presName="horz1" presStyleCnt="0"/>
      <dgm:spPr/>
    </dgm:pt>
    <dgm:pt modelId="{66B5F2F4-742D-4DF3-BB2A-28BE1BF8E49E}" type="pres">
      <dgm:prSet presAssocID="{95680EE7-9EBD-4CAF-9F99-4C6989B10F21}" presName="tx1" presStyleLbl="revTx" presStyleIdx="9" presStyleCnt="14"/>
      <dgm:spPr/>
    </dgm:pt>
    <dgm:pt modelId="{A6547DCD-CF20-4C4B-BE3B-CF68359CD6ED}" type="pres">
      <dgm:prSet presAssocID="{95680EE7-9EBD-4CAF-9F99-4C6989B10F21}" presName="vert1" presStyleCnt="0"/>
      <dgm:spPr/>
    </dgm:pt>
    <dgm:pt modelId="{27B459B0-C8D9-406F-8EA2-F64568151B30}" type="pres">
      <dgm:prSet presAssocID="{5F96CC5F-DF8A-47E7-89FF-4E9E34BE4BD7}" presName="thickLine" presStyleLbl="alignNode1" presStyleIdx="10" presStyleCnt="14"/>
      <dgm:spPr/>
    </dgm:pt>
    <dgm:pt modelId="{E252B17C-03D4-4D62-A22B-DFBC5BD10C36}" type="pres">
      <dgm:prSet presAssocID="{5F96CC5F-DF8A-47E7-89FF-4E9E34BE4BD7}" presName="horz1" presStyleCnt="0"/>
      <dgm:spPr/>
    </dgm:pt>
    <dgm:pt modelId="{DF7B351D-3CCC-4005-B418-6CD5B31F626A}" type="pres">
      <dgm:prSet presAssocID="{5F96CC5F-DF8A-47E7-89FF-4E9E34BE4BD7}" presName="tx1" presStyleLbl="revTx" presStyleIdx="10" presStyleCnt="14"/>
      <dgm:spPr/>
    </dgm:pt>
    <dgm:pt modelId="{528FADC8-B2C8-4D05-BC31-49A8257E2AF1}" type="pres">
      <dgm:prSet presAssocID="{5F96CC5F-DF8A-47E7-89FF-4E9E34BE4BD7}" presName="vert1" presStyleCnt="0"/>
      <dgm:spPr/>
    </dgm:pt>
    <dgm:pt modelId="{55689562-8756-4590-9392-CE33EFD3B24A}" type="pres">
      <dgm:prSet presAssocID="{9C95A73E-2791-4424-A6E2-81889DF8BC21}" presName="thickLine" presStyleLbl="alignNode1" presStyleIdx="11" presStyleCnt="14"/>
      <dgm:spPr/>
    </dgm:pt>
    <dgm:pt modelId="{5F3E6615-0B47-4EE6-BC6D-5D6D74D8815F}" type="pres">
      <dgm:prSet presAssocID="{9C95A73E-2791-4424-A6E2-81889DF8BC21}" presName="horz1" presStyleCnt="0"/>
      <dgm:spPr/>
    </dgm:pt>
    <dgm:pt modelId="{BCBE1C45-BF43-4676-9408-FA6051514407}" type="pres">
      <dgm:prSet presAssocID="{9C95A73E-2791-4424-A6E2-81889DF8BC21}" presName="tx1" presStyleLbl="revTx" presStyleIdx="11" presStyleCnt="14"/>
      <dgm:spPr/>
    </dgm:pt>
    <dgm:pt modelId="{916E6332-BA0A-446E-BECC-5125C2B5E39B}" type="pres">
      <dgm:prSet presAssocID="{9C95A73E-2791-4424-A6E2-81889DF8BC21}" presName="vert1" presStyleCnt="0"/>
      <dgm:spPr/>
    </dgm:pt>
    <dgm:pt modelId="{007C1C34-A63D-4A58-9050-D4B46E822C0C}" type="pres">
      <dgm:prSet presAssocID="{628CDEF9-6DB9-4C1F-B19D-0D49B1373BFD}" presName="thickLine" presStyleLbl="alignNode1" presStyleIdx="12" presStyleCnt="14"/>
      <dgm:spPr/>
    </dgm:pt>
    <dgm:pt modelId="{07699E93-C133-4EDF-A23B-589AF39AB906}" type="pres">
      <dgm:prSet presAssocID="{628CDEF9-6DB9-4C1F-B19D-0D49B1373BFD}" presName="horz1" presStyleCnt="0"/>
      <dgm:spPr/>
    </dgm:pt>
    <dgm:pt modelId="{041EFB4E-7125-4C0A-B1AD-EA244D2F0274}" type="pres">
      <dgm:prSet presAssocID="{628CDEF9-6DB9-4C1F-B19D-0D49B1373BFD}" presName="tx1" presStyleLbl="revTx" presStyleIdx="12" presStyleCnt="14"/>
      <dgm:spPr/>
    </dgm:pt>
    <dgm:pt modelId="{08704903-66B9-4530-AEFF-D5C440CADF15}" type="pres">
      <dgm:prSet presAssocID="{628CDEF9-6DB9-4C1F-B19D-0D49B1373BFD}" presName="vert1" presStyleCnt="0"/>
      <dgm:spPr/>
    </dgm:pt>
    <dgm:pt modelId="{13032FC3-936E-451D-8185-2A3C72721524}" type="pres">
      <dgm:prSet presAssocID="{204575E5-B634-45B0-9CB5-921D8B3144E5}" presName="thickLine" presStyleLbl="alignNode1" presStyleIdx="13" presStyleCnt="14"/>
      <dgm:spPr/>
    </dgm:pt>
    <dgm:pt modelId="{57468A9D-4E7C-46D8-98EA-9324A2113AED}" type="pres">
      <dgm:prSet presAssocID="{204575E5-B634-45B0-9CB5-921D8B3144E5}" presName="horz1" presStyleCnt="0"/>
      <dgm:spPr/>
    </dgm:pt>
    <dgm:pt modelId="{D00652D1-8258-4305-A091-507AB07D6141}" type="pres">
      <dgm:prSet presAssocID="{204575E5-B634-45B0-9CB5-921D8B3144E5}" presName="tx1" presStyleLbl="revTx" presStyleIdx="13" presStyleCnt="14"/>
      <dgm:spPr/>
    </dgm:pt>
    <dgm:pt modelId="{1BA2BA52-31DA-4A95-8DFA-0D3A2CB14FE0}" type="pres">
      <dgm:prSet presAssocID="{204575E5-B634-45B0-9CB5-921D8B3144E5}" presName="vert1" presStyleCnt="0"/>
      <dgm:spPr/>
    </dgm:pt>
  </dgm:ptLst>
  <dgm:cxnLst>
    <dgm:cxn modelId="{78D3E902-4130-44F8-97E2-BB3997F4EC91}" type="presOf" srcId="{FA9EC3CB-4D85-4349-92C3-72C7292E6387}" destId="{ED199C50-E52F-4CF4-A82D-A01C2B17CA30}" srcOrd="0" destOrd="0" presId="urn:microsoft.com/office/officeart/2008/layout/LinedList"/>
    <dgm:cxn modelId="{7F873A14-C55F-4745-B566-2DB0E7A12019}" type="presOf" srcId="{16A9978E-E6CD-4EC5-824C-71EB027277A8}" destId="{A851A2A2-F3F2-40D6-8D7C-8E072DFF3BD9}" srcOrd="0" destOrd="0" presId="urn:microsoft.com/office/officeart/2008/layout/LinedList"/>
    <dgm:cxn modelId="{B3940F16-BCD3-4B5B-A19E-54DFB6F5F926}" type="presOf" srcId="{49B12714-6026-4922-AC06-466800FE2D3F}" destId="{80563CB1-BDFD-455E-87A6-221112CB1740}" srcOrd="0" destOrd="0" presId="urn:microsoft.com/office/officeart/2008/layout/LinedList"/>
    <dgm:cxn modelId="{395D0B1B-047B-4C65-8582-2216D3959F63}" srcId="{8AD8036A-E260-4053-8A4E-00031310393F}" destId="{49B12714-6026-4922-AC06-466800FE2D3F}" srcOrd="2" destOrd="0" parTransId="{2F9993E6-9931-4B1C-B047-1816552E6462}" sibTransId="{4FB089AE-8FB1-4FF3-ADF1-912ED7D4B18D}"/>
    <dgm:cxn modelId="{4E21F21B-2B89-448D-88B8-35799985AC96}" srcId="{8AD8036A-E260-4053-8A4E-00031310393F}" destId="{95680EE7-9EBD-4CAF-9F99-4C6989B10F21}" srcOrd="9" destOrd="0" parTransId="{F6D0E8CC-A282-4557-880A-4FC6A90BE8E2}" sibTransId="{BF267BB6-09C9-43B6-AAFE-B0819D0D9833}"/>
    <dgm:cxn modelId="{A7A2D71F-0C5D-4F39-8C7C-421080B3F69D}" type="presOf" srcId="{EB59E3DA-070E-43B0-A5DD-F779B61F58E8}" destId="{6D9D7231-94CA-457E-B95E-02A5BADEF9BD}" srcOrd="0" destOrd="0" presId="urn:microsoft.com/office/officeart/2008/layout/LinedList"/>
    <dgm:cxn modelId="{CB75F925-EC08-43BE-BF43-160D5A6E566D}" type="presOf" srcId="{D95F270D-24A4-476E-8CDB-243A4C827556}" destId="{BD2F9D73-B8B8-4249-987F-1A006D38490F}" srcOrd="0" destOrd="0" presId="urn:microsoft.com/office/officeart/2008/layout/LinedList"/>
    <dgm:cxn modelId="{4F5EC85D-0266-4D59-9D5D-5B4283B5C032}" type="presOf" srcId="{CDA7713B-4A02-40FE-AB1C-B447015D45EA}" destId="{9221A142-5F6C-4D77-AC8E-994866637CF3}" srcOrd="0" destOrd="0" presId="urn:microsoft.com/office/officeart/2008/layout/LinedList"/>
    <dgm:cxn modelId="{E4A03560-5FF1-4A28-8212-18A96CB78775}" type="presOf" srcId="{204575E5-B634-45B0-9CB5-921D8B3144E5}" destId="{D00652D1-8258-4305-A091-507AB07D6141}" srcOrd="0" destOrd="0" presId="urn:microsoft.com/office/officeart/2008/layout/LinedList"/>
    <dgm:cxn modelId="{FAD11942-CB99-463B-A682-23E1B8193B7D}" srcId="{8AD8036A-E260-4053-8A4E-00031310393F}" destId="{628CDEF9-6DB9-4C1F-B19D-0D49B1373BFD}" srcOrd="12" destOrd="0" parTransId="{3E67A036-8B8B-4561-9E1F-EF06587DAEF4}" sibTransId="{1EE8C5C3-1711-4C8A-94E2-A7D8BD211C84}"/>
    <dgm:cxn modelId="{85815244-1DBB-481F-A528-69185045BFC8}" srcId="{8AD8036A-E260-4053-8A4E-00031310393F}" destId="{9C95A73E-2791-4424-A6E2-81889DF8BC21}" srcOrd="11" destOrd="0" parTransId="{397E8F52-0DFA-4999-9852-AC3F4A512CB4}" sibTransId="{D5FA01F3-1650-48EF-8B4C-88CF0EAE0896}"/>
    <dgm:cxn modelId="{667BD76A-4F1C-4FB7-BB3D-6252584A112D}" type="presOf" srcId="{8BBBEA20-8896-4752-8E31-C94540CF5233}" destId="{EC5C85FC-7797-467A-83D2-6A2FFADD2E81}" srcOrd="0" destOrd="0" presId="urn:microsoft.com/office/officeart/2008/layout/LinedList"/>
    <dgm:cxn modelId="{CDBA9654-80AF-4E73-BFA2-CD34302FC4ED}" srcId="{8AD8036A-E260-4053-8A4E-00031310393F}" destId="{2B75BB8D-E124-46CC-88E7-C60229415435}" srcOrd="7" destOrd="0" parTransId="{F5EBA331-5445-48D8-B9C7-8CB29A043405}" sibTransId="{E935A702-C00E-4CE1-A40B-903C2C05BAE0}"/>
    <dgm:cxn modelId="{F8AF317B-99DE-4B91-8321-866CB8492120}" srcId="{8AD8036A-E260-4053-8A4E-00031310393F}" destId="{FA9EC3CB-4D85-4349-92C3-72C7292E6387}" srcOrd="5" destOrd="0" parTransId="{D9D73CC1-F9F9-49BF-B48A-3288004F2194}" sibTransId="{484E1716-8E2D-4CDF-8F47-C2553283BBA3}"/>
    <dgm:cxn modelId="{8CB0067F-10FF-4FF5-A617-353B3BACE0C2}" type="presOf" srcId="{5F96CC5F-DF8A-47E7-89FF-4E9E34BE4BD7}" destId="{DF7B351D-3CCC-4005-B418-6CD5B31F626A}" srcOrd="0" destOrd="0" presId="urn:microsoft.com/office/officeart/2008/layout/LinedList"/>
    <dgm:cxn modelId="{A8E08981-2A2F-4B7A-81E1-9C2B59178FB9}" srcId="{8AD8036A-E260-4053-8A4E-00031310393F}" destId="{EB59E3DA-070E-43B0-A5DD-F779B61F58E8}" srcOrd="0" destOrd="0" parTransId="{DD94E908-2959-4F41-8CEC-3EF4FC1106C6}" sibTransId="{3C633316-365E-49DA-B02C-2337EE24D324}"/>
    <dgm:cxn modelId="{BBD71A82-80E8-450F-828A-6C335FF8A8E9}" srcId="{8AD8036A-E260-4053-8A4E-00031310393F}" destId="{204575E5-B634-45B0-9CB5-921D8B3144E5}" srcOrd="13" destOrd="0" parTransId="{4A752E64-36C0-4B2B-B84B-54F9B4980338}" sibTransId="{39392E33-BE9A-4C99-9FC3-25924BCD8CD2}"/>
    <dgm:cxn modelId="{A38D8C8C-5811-4639-BEF5-B33AA2AA4444}" type="presOf" srcId="{628CDEF9-6DB9-4C1F-B19D-0D49B1373BFD}" destId="{041EFB4E-7125-4C0A-B1AD-EA244D2F0274}" srcOrd="0" destOrd="0" presId="urn:microsoft.com/office/officeart/2008/layout/LinedList"/>
    <dgm:cxn modelId="{C188408D-E474-4F80-B4C5-05F967641DCC}" type="presOf" srcId="{8AD8036A-E260-4053-8A4E-00031310393F}" destId="{2A7B3B2A-A579-4E64-9435-4F7B1353FE64}" srcOrd="0" destOrd="0" presId="urn:microsoft.com/office/officeart/2008/layout/LinedList"/>
    <dgm:cxn modelId="{BE808F93-F743-4DAB-8EA5-AF0BD8BC1B72}" type="presOf" srcId="{9C95A73E-2791-4424-A6E2-81889DF8BC21}" destId="{BCBE1C45-BF43-4676-9408-FA6051514407}" srcOrd="0" destOrd="0" presId="urn:microsoft.com/office/officeart/2008/layout/LinedList"/>
    <dgm:cxn modelId="{42BB059C-17FE-45AA-BEF1-AD73F28F6480}" type="presOf" srcId="{95680EE7-9EBD-4CAF-9F99-4C6989B10F21}" destId="{66B5F2F4-742D-4DF3-BB2A-28BE1BF8E49E}" srcOrd="0" destOrd="0" presId="urn:microsoft.com/office/officeart/2008/layout/LinedList"/>
    <dgm:cxn modelId="{760BF3AA-CB0E-4661-9EFE-D74BEBDF6373}" type="presOf" srcId="{2B75BB8D-E124-46CC-88E7-C60229415435}" destId="{78DC0E2C-AC84-4A4F-A059-A9644CE8735C}" srcOrd="0" destOrd="0" presId="urn:microsoft.com/office/officeart/2008/layout/LinedList"/>
    <dgm:cxn modelId="{37EC7DBC-8783-4835-94D4-25E144AD5CEC}" srcId="{8AD8036A-E260-4053-8A4E-00031310393F}" destId="{5F96CC5F-DF8A-47E7-89FF-4E9E34BE4BD7}" srcOrd="10" destOrd="0" parTransId="{4F02C86C-57D9-454B-97AC-DC9094DEB26A}" sibTransId="{0D915C98-BE68-48BD-AAB7-65EA3C3C0524}"/>
    <dgm:cxn modelId="{2DCE6FC0-5351-46C9-A16F-671DA9C1C4F1}" type="presOf" srcId="{F7EC7482-8110-4328-9943-984E91778B30}" destId="{9F98AE66-8110-4BA2-922C-C9C51DC53369}" srcOrd="0" destOrd="0" presId="urn:microsoft.com/office/officeart/2008/layout/LinedList"/>
    <dgm:cxn modelId="{7D3D4DCD-E16E-41A5-BC89-B0180CF51F95}" srcId="{8AD8036A-E260-4053-8A4E-00031310393F}" destId="{8BBBEA20-8896-4752-8E31-C94540CF5233}" srcOrd="3" destOrd="0" parTransId="{D946A314-8B12-428F-9774-51058E7B0AB1}" sibTransId="{349754E7-C515-4D2B-A1DC-69C5754D4FB9}"/>
    <dgm:cxn modelId="{6361EFD6-BE17-4865-BC3F-136214DABF5F}" srcId="{8AD8036A-E260-4053-8A4E-00031310393F}" destId="{CDA7713B-4A02-40FE-AB1C-B447015D45EA}" srcOrd="1" destOrd="0" parTransId="{D63C4BC0-45F5-4506-A07A-E1E83C2DFE48}" sibTransId="{B53AA3E5-CF2C-4C76-8000-14283893B71A}"/>
    <dgm:cxn modelId="{2AC2A0DF-E34C-41C5-A10E-CBBB0E03F8B0}" srcId="{8AD8036A-E260-4053-8A4E-00031310393F}" destId="{F7EC7482-8110-4328-9943-984E91778B30}" srcOrd="6" destOrd="0" parTransId="{B383F28A-5319-44D0-B4C3-74179490B353}" sibTransId="{38F30F4C-01AF-44BE-8F80-16647A8DB6A1}"/>
    <dgm:cxn modelId="{5292CCE1-DCB4-42FE-809B-E75DFA4C2398}" srcId="{8AD8036A-E260-4053-8A4E-00031310393F}" destId="{16A9978E-E6CD-4EC5-824C-71EB027277A8}" srcOrd="8" destOrd="0" parTransId="{C0F19B19-0589-415E-8775-BB34E1446849}" sibTransId="{70B6FCA9-F6C9-4394-82C6-6916CD34030B}"/>
    <dgm:cxn modelId="{75D6D9F3-7234-4654-B904-3E28F4C02AB0}" srcId="{8AD8036A-E260-4053-8A4E-00031310393F}" destId="{D95F270D-24A4-476E-8CDB-243A4C827556}" srcOrd="4" destOrd="0" parTransId="{42CF0371-411E-49EE-A8B2-72A1D9849FD1}" sibTransId="{DE7DE467-6267-4C86-BA96-BF2A55651140}"/>
    <dgm:cxn modelId="{C0833163-C4B5-435A-BC50-BF6572B7523D}" type="presParOf" srcId="{2A7B3B2A-A579-4E64-9435-4F7B1353FE64}" destId="{828154E3-ED45-4EA3-ABF6-0388B634AAA1}" srcOrd="0" destOrd="0" presId="urn:microsoft.com/office/officeart/2008/layout/LinedList"/>
    <dgm:cxn modelId="{C9511102-5FFF-4BB7-9A13-C4728DC32BC5}" type="presParOf" srcId="{2A7B3B2A-A579-4E64-9435-4F7B1353FE64}" destId="{CF4CA92B-A86B-4650-B733-7DC85DDB7494}" srcOrd="1" destOrd="0" presId="urn:microsoft.com/office/officeart/2008/layout/LinedList"/>
    <dgm:cxn modelId="{3C58558F-A860-4F19-B0B4-5F2B691BABF2}" type="presParOf" srcId="{CF4CA92B-A86B-4650-B733-7DC85DDB7494}" destId="{6D9D7231-94CA-457E-B95E-02A5BADEF9BD}" srcOrd="0" destOrd="0" presId="urn:microsoft.com/office/officeart/2008/layout/LinedList"/>
    <dgm:cxn modelId="{4EBE9456-8F15-4039-BB56-1F1671907E7F}" type="presParOf" srcId="{CF4CA92B-A86B-4650-B733-7DC85DDB7494}" destId="{C6439AA3-46EC-42C7-8C6E-0764E9C9A301}" srcOrd="1" destOrd="0" presId="urn:microsoft.com/office/officeart/2008/layout/LinedList"/>
    <dgm:cxn modelId="{47E683E8-242A-4582-B513-80083EBF3653}" type="presParOf" srcId="{2A7B3B2A-A579-4E64-9435-4F7B1353FE64}" destId="{EA333023-7A43-4439-A5BC-C3228A9A5BC8}" srcOrd="2" destOrd="0" presId="urn:microsoft.com/office/officeart/2008/layout/LinedList"/>
    <dgm:cxn modelId="{C65C15BE-A4FC-498A-B7C2-CBEDE78427F1}" type="presParOf" srcId="{2A7B3B2A-A579-4E64-9435-4F7B1353FE64}" destId="{B6B08ACD-2C0C-42F9-95E1-1C4509808E94}" srcOrd="3" destOrd="0" presId="urn:microsoft.com/office/officeart/2008/layout/LinedList"/>
    <dgm:cxn modelId="{4DF52A5E-717B-4CC0-92F3-411814CFE4FE}" type="presParOf" srcId="{B6B08ACD-2C0C-42F9-95E1-1C4509808E94}" destId="{9221A142-5F6C-4D77-AC8E-994866637CF3}" srcOrd="0" destOrd="0" presId="urn:microsoft.com/office/officeart/2008/layout/LinedList"/>
    <dgm:cxn modelId="{8A7BEA0A-38C6-4E85-BDE0-DED192EF27CF}" type="presParOf" srcId="{B6B08ACD-2C0C-42F9-95E1-1C4509808E94}" destId="{A0BB8B91-96B8-49C1-A7AB-72E80DE321A7}" srcOrd="1" destOrd="0" presId="urn:microsoft.com/office/officeart/2008/layout/LinedList"/>
    <dgm:cxn modelId="{1B4A3961-D4D8-4457-B2C0-51FDDED4F98A}" type="presParOf" srcId="{2A7B3B2A-A579-4E64-9435-4F7B1353FE64}" destId="{368990E3-338B-4134-A5C5-F7AF03E2B4D0}" srcOrd="4" destOrd="0" presId="urn:microsoft.com/office/officeart/2008/layout/LinedList"/>
    <dgm:cxn modelId="{A23BDABA-A698-4FDB-8606-B86C686F4A4A}" type="presParOf" srcId="{2A7B3B2A-A579-4E64-9435-4F7B1353FE64}" destId="{B8864F40-1E64-4CA6-A3DA-A095766EB7C7}" srcOrd="5" destOrd="0" presId="urn:microsoft.com/office/officeart/2008/layout/LinedList"/>
    <dgm:cxn modelId="{EA91392C-1366-4CDC-9FD2-0AF893406823}" type="presParOf" srcId="{B8864F40-1E64-4CA6-A3DA-A095766EB7C7}" destId="{80563CB1-BDFD-455E-87A6-221112CB1740}" srcOrd="0" destOrd="0" presId="urn:microsoft.com/office/officeart/2008/layout/LinedList"/>
    <dgm:cxn modelId="{D7C2C152-1A16-4C45-862B-F5D8C5B93982}" type="presParOf" srcId="{B8864F40-1E64-4CA6-A3DA-A095766EB7C7}" destId="{88BA61B7-2F03-4188-BB12-85BDB26B8990}" srcOrd="1" destOrd="0" presId="urn:microsoft.com/office/officeart/2008/layout/LinedList"/>
    <dgm:cxn modelId="{A6971D95-D4C5-44B9-9A4F-41D3E520C5DE}" type="presParOf" srcId="{2A7B3B2A-A579-4E64-9435-4F7B1353FE64}" destId="{A9EAFCA0-6B61-4C64-8ED1-0352D7E96E42}" srcOrd="6" destOrd="0" presId="urn:microsoft.com/office/officeart/2008/layout/LinedList"/>
    <dgm:cxn modelId="{81BE01DB-3CBC-4ED3-BD40-6BED21599C9C}" type="presParOf" srcId="{2A7B3B2A-A579-4E64-9435-4F7B1353FE64}" destId="{77EBECFE-8212-4F30-B82F-C4B0C1FE03B8}" srcOrd="7" destOrd="0" presId="urn:microsoft.com/office/officeart/2008/layout/LinedList"/>
    <dgm:cxn modelId="{AE434905-EE0F-4988-A085-691DA444D2B6}" type="presParOf" srcId="{77EBECFE-8212-4F30-B82F-C4B0C1FE03B8}" destId="{EC5C85FC-7797-467A-83D2-6A2FFADD2E81}" srcOrd="0" destOrd="0" presId="urn:microsoft.com/office/officeart/2008/layout/LinedList"/>
    <dgm:cxn modelId="{C2BB1003-C73E-4402-B222-3C2642D0533D}" type="presParOf" srcId="{77EBECFE-8212-4F30-B82F-C4B0C1FE03B8}" destId="{DF89C8F5-C3D3-429F-9FEE-FE45C392E939}" srcOrd="1" destOrd="0" presId="urn:microsoft.com/office/officeart/2008/layout/LinedList"/>
    <dgm:cxn modelId="{EFA380B7-F052-4568-AD65-8D255918257E}" type="presParOf" srcId="{2A7B3B2A-A579-4E64-9435-4F7B1353FE64}" destId="{BD9B177B-C328-460B-85C5-B5CFE019FC82}" srcOrd="8" destOrd="0" presId="urn:microsoft.com/office/officeart/2008/layout/LinedList"/>
    <dgm:cxn modelId="{4753ECBE-6402-4B9F-AC43-4E4D3D696B40}" type="presParOf" srcId="{2A7B3B2A-A579-4E64-9435-4F7B1353FE64}" destId="{A5020BBC-4523-4F59-B5A7-85E4B585F47B}" srcOrd="9" destOrd="0" presId="urn:microsoft.com/office/officeart/2008/layout/LinedList"/>
    <dgm:cxn modelId="{7D373EA5-51BA-423A-B5E6-03DD16C4A4C5}" type="presParOf" srcId="{A5020BBC-4523-4F59-B5A7-85E4B585F47B}" destId="{BD2F9D73-B8B8-4249-987F-1A006D38490F}" srcOrd="0" destOrd="0" presId="urn:microsoft.com/office/officeart/2008/layout/LinedList"/>
    <dgm:cxn modelId="{85010FC6-7AA7-4AA7-8B8E-F0D669943F5F}" type="presParOf" srcId="{A5020BBC-4523-4F59-B5A7-85E4B585F47B}" destId="{965EE7B1-1404-47F6-AC8E-F331EC4A70AF}" srcOrd="1" destOrd="0" presId="urn:microsoft.com/office/officeart/2008/layout/LinedList"/>
    <dgm:cxn modelId="{562DC0B5-FE13-4F18-A1E1-7423D4A4071F}" type="presParOf" srcId="{2A7B3B2A-A579-4E64-9435-4F7B1353FE64}" destId="{6F691CBA-F998-45CD-A80F-DCE604293518}" srcOrd="10" destOrd="0" presId="urn:microsoft.com/office/officeart/2008/layout/LinedList"/>
    <dgm:cxn modelId="{25C0370A-21E0-49F5-88AE-5B7FF85D3098}" type="presParOf" srcId="{2A7B3B2A-A579-4E64-9435-4F7B1353FE64}" destId="{61DB0A03-0272-4B62-84C8-2A99D16AFA27}" srcOrd="11" destOrd="0" presId="urn:microsoft.com/office/officeart/2008/layout/LinedList"/>
    <dgm:cxn modelId="{1DC784E0-E5D9-4BE4-89A9-12AE2352E121}" type="presParOf" srcId="{61DB0A03-0272-4B62-84C8-2A99D16AFA27}" destId="{ED199C50-E52F-4CF4-A82D-A01C2B17CA30}" srcOrd="0" destOrd="0" presId="urn:microsoft.com/office/officeart/2008/layout/LinedList"/>
    <dgm:cxn modelId="{44B74348-3EAC-4A53-9928-2A217594EE78}" type="presParOf" srcId="{61DB0A03-0272-4B62-84C8-2A99D16AFA27}" destId="{08BD4E7A-F89D-4702-B765-A69A8BB9305D}" srcOrd="1" destOrd="0" presId="urn:microsoft.com/office/officeart/2008/layout/LinedList"/>
    <dgm:cxn modelId="{1550EE7F-0868-4AF5-9553-4FB932243C07}" type="presParOf" srcId="{2A7B3B2A-A579-4E64-9435-4F7B1353FE64}" destId="{290074F3-473A-48F6-B7EC-A8F230F5327F}" srcOrd="12" destOrd="0" presId="urn:microsoft.com/office/officeart/2008/layout/LinedList"/>
    <dgm:cxn modelId="{29AB0917-197F-4EE0-AF5C-0BB231A034BC}" type="presParOf" srcId="{2A7B3B2A-A579-4E64-9435-4F7B1353FE64}" destId="{149C6433-1A33-49FA-BD6F-AAF951E3675D}" srcOrd="13" destOrd="0" presId="urn:microsoft.com/office/officeart/2008/layout/LinedList"/>
    <dgm:cxn modelId="{EC230FA1-985F-43FE-8772-E1694A55D6FF}" type="presParOf" srcId="{149C6433-1A33-49FA-BD6F-AAF951E3675D}" destId="{9F98AE66-8110-4BA2-922C-C9C51DC53369}" srcOrd="0" destOrd="0" presId="urn:microsoft.com/office/officeart/2008/layout/LinedList"/>
    <dgm:cxn modelId="{5920C95F-9560-4DC6-B64B-69834D9F456C}" type="presParOf" srcId="{149C6433-1A33-49FA-BD6F-AAF951E3675D}" destId="{DEAEC20F-8AC1-4AE9-95A7-A34752DE252F}" srcOrd="1" destOrd="0" presId="urn:microsoft.com/office/officeart/2008/layout/LinedList"/>
    <dgm:cxn modelId="{BC90D6FD-A0A9-4106-B130-06C757A3E6B2}" type="presParOf" srcId="{2A7B3B2A-A579-4E64-9435-4F7B1353FE64}" destId="{96DD3FF1-72CD-4097-B3F4-5CE457A875AC}" srcOrd="14" destOrd="0" presId="urn:microsoft.com/office/officeart/2008/layout/LinedList"/>
    <dgm:cxn modelId="{F53B7745-EF59-413E-A85F-62DB8C674B3A}" type="presParOf" srcId="{2A7B3B2A-A579-4E64-9435-4F7B1353FE64}" destId="{AF2DDBB1-461C-4DA8-8808-84701BC9954D}" srcOrd="15" destOrd="0" presId="urn:microsoft.com/office/officeart/2008/layout/LinedList"/>
    <dgm:cxn modelId="{783A0313-9A7E-4996-AA6A-3036EADC3813}" type="presParOf" srcId="{AF2DDBB1-461C-4DA8-8808-84701BC9954D}" destId="{78DC0E2C-AC84-4A4F-A059-A9644CE8735C}" srcOrd="0" destOrd="0" presId="urn:microsoft.com/office/officeart/2008/layout/LinedList"/>
    <dgm:cxn modelId="{086584BF-ADD8-42FA-B6B7-EF21F51DF66F}" type="presParOf" srcId="{AF2DDBB1-461C-4DA8-8808-84701BC9954D}" destId="{535AF4FA-C13F-48B8-A9FC-4C0C96D9E87D}" srcOrd="1" destOrd="0" presId="urn:microsoft.com/office/officeart/2008/layout/LinedList"/>
    <dgm:cxn modelId="{209507E6-7AD1-4750-A718-EE2B34A3651F}" type="presParOf" srcId="{2A7B3B2A-A579-4E64-9435-4F7B1353FE64}" destId="{09024BFD-7863-43A7-A6E6-38C601474CD5}" srcOrd="16" destOrd="0" presId="urn:microsoft.com/office/officeart/2008/layout/LinedList"/>
    <dgm:cxn modelId="{7FECB62F-367C-4770-8E28-D4860E5E67AD}" type="presParOf" srcId="{2A7B3B2A-A579-4E64-9435-4F7B1353FE64}" destId="{4AEC4EC8-8E98-4848-9B79-C16E795C9156}" srcOrd="17" destOrd="0" presId="urn:microsoft.com/office/officeart/2008/layout/LinedList"/>
    <dgm:cxn modelId="{BD629CDB-8F4D-44BD-841C-333AB00C4D4E}" type="presParOf" srcId="{4AEC4EC8-8E98-4848-9B79-C16E795C9156}" destId="{A851A2A2-F3F2-40D6-8D7C-8E072DFF3BD9}" srcOrd="0" destOrd="0" presId="urn:microsoft.com/office/officeart/2008/layout/LinedList"/>
    <dgm:cxn modelId="{FC17AB90-D50A-45DF-A02A-6C1B7F892803}" type="presParOf" srcId="{4AEC4EC8-8E98-4848-9B79-C16E795C9156}" destId="{B943E0CE-604E-48DF-8737-180A599CD57F}" srcOrd="1" destOrd="0" presId="urn:microsoft.com/office/officeart/2008/layout/LinedList"/>
    <dgm:cxn modelId="{A0C3AB2C-51E0-4480-8ABF-18EBE356F61B}" type="presParOf" srcId="{2A7B3B2A-A579-4E64-9435-4F7B1353FE64}" destId="{1AD2A63F-BCED-49C1-9B47-F9EA7C366C1D}" srcOrd="18" destOrd="0" presId="urn:microsoft.com/office/officeart/2008/layout/LinedList"/>
    <dgm:cxn modelId="{A71F6A01-33FD-4CDE-B366-09523986DD1A}" type="presParOf" srcId="{2A7B3B2A-A579-4E64-9435-4F7B1353FE64}" destId="{667C2DDF-FF45-414D-837B-1C1910D27292}" srcOrd="19" destOrd="0" presId="urn:microsoft.com/office/officeart/2008/layout/LinedList"/>
    <dgm:cxn modelId="{C6F19940-B923-433C-8F24-0EC2DD756D7F}" type="presParOf" srcId="{667C2DDF-FF45-414D-837B-1C1910D27292}" destId="{66B5F2F4-742D-4DF3-BB2A-28BE1BF8E49E}" srcOrd="0" destOrd="0" presId="urn:microsoft.com/office/officeart/2008/layout/LinedList"/>
    <dgm:cxn modelId="{D71A693B-8443-4729-84E5-359115E6E30F}" type="presParOf" srcId="{667C2DDF-FF45-414D-837B-1C1910D27292}" destId="{A6547DCD-CF20-4C4B-BE3B-CF68359CD6ED}" srcOrd="1" destOrd="0" presId="urn:microsoft.com/office/officeart/2008/layout/LinedList"/>
    <dgm:cxn modelId="{FE48B018-6BCB-4D82-8F33-CC19EA28A320}" type="presParOf" srcId="{2A7B3B2A-A579-4E64-9435-4F7B1353FE64}" destId="{27B459B0-C8D9-406F-8EA2-F64568151B30}" srcOrd="20" destOrd="0" presId="urn:microsoft.com/office/officeart/2008/layout/LinedList"/>
    <dgm:cxn modelId="{8A8A88CB-321F-4EE8-B004-34D2D52207BF}" type="presParOf" srcId="{2A7B3B2A-A579-4E64-9435-4F7B1353FE64}" destId="{E252B17C-03D4-4D62-A22B-DFBC5BD10C36}" srcOrd="21" destOrd="0" presId="urn:microsoft.com/office/officeart/2008/layout/LinedList"/>
    <dgm:cxn modelId="{E7F8A5F8-591A-479B-BC90-49363CC73D2A}" type="presParOf" srcId="{E252B17C-03D4-4D62-A22B-DFBC5BD10C36}" destId="{DF7B351D-3CCC-4005-B418-6CD5B31F626A}" srcOrd="0" destOrd="0" presId="urn:microsoft.com/office/officeart/2008/layout/LinedList"/>
    <dgm:cxn modelId="{72D0535B-8804-4038-A335-F47A54EC682C}" type="presParOf" srcId="{E252B17C-03D4-4D62-A22B-DFBC5BD10C36}" destId="{528FADC8-B2C8-4D05-BC31-49A8257E2AF1}" srcOrd="1" destOrd="0" presId="urn:microsoft.com/office/officeart/2008/layout/LinedList"/>
    <dgm:cxn modelId="{5AAA1AC3-8493-43AE-A66E-DC2AE175C9D3}" type="presParOf" srcId="{2A7B3B2A-A579-4E64-9435-4F7B1353FE64}" destId="{55689562-8756-4590-9392-CE33EFD3B24A}" srcOrd="22" destOrd="0" presId="urn:microsoft.com/office/officeart/2008/layout/LinedList"/>
    <dgm:cxn modelId="{3A2A0282-E7D4-49BC-8385-DE327A5138DE}" type="presParOf" srcId="{2A7B3B2A-A579-4E64-9435-4F7B1353FE64}" destId="{5F3E6615-0B47-4EE6-BC6D-5D6D74D8815F}" srcOrd="23" destOrd="0" presId="urn:microsoft.com/office/officeart/2008/layout/LinedList"/>
    <dgm:cxn modelId="{A37424C7-DB55-49D9-9AC0-A8D6B670AF8F}" type="presParOf" srcId="{5F3E6615-0B47-4EE6-BC6D-5D6D74D8815F}" destId="{BCBE1C45-BF43-4676-9408-FA6051514407}" srcOrd="0" destOrd="0" presId="urn:microsoft.com/office/officeart/2008/layout/LinedList"/>
    <dgm:cxn modelId="{AFD5CD8E-6554-4471-AFB7-3D4382A27C16}" type="presParOf" srcId="{5F3E6615-0B47-4EE6-BC6D-5D6D74D8815F}" destId="{916E6332-BA0A-446E-BECC-5125C2B5E39B}" srcOrd="1" destOrd="0" presId="urn:microsoft.com/office/officeart/2008/layout/LinedList"/>
    <dgm:cxn modelId="{BC30E2C1-DC7C-4401-9910-1B3CC4B3CCC2}" type="presParOf" srcId="{2A7B3B2A-A579-4E64-9435-4F7B1353FE64}" destId="{007C1C34-A63D-4A58-9050-D4B46E822C0C}" srcOrd="24" destOrd="0" presId="urn:microsoft.com/office/officeart/2008/layout/LinedList"/>
    <dgm:cxn modelId="{9FDB70AD-7C1F-4960-9652-C2F983BA2FF0}" type="presParOf" srcId="{2A7B3B2A-A579-4E64-9435-4F7B1353FE64}" destId="{07699E93-C133-4EDF-A23B-589AF39AB906}" srcOrd="25" destOrd="0" presId="urn:microsoft.com/office/officeart/2008/layout/LinedList"/>
    <dgm:cxn modelId="{B052DEED-A424-4335-847E-AE2C2A5DB58C}" type="presParOf" srcId="{07699E93-C133-4EDF-A23B-589AF39AB906}" destId="{041EFB4E-7125-4C0A-B1AD-EA244D2F0274}" srcOrd="0" destOrd="0" presId="urn:microsoft.com/office/officeart/2008/layout/LinedList"/>
    <dgm:cxn modelId="{3E937C73-2C59-411C-80AF-3977FE14FD64}" type="presParOf" srcId="{07699E93-C133-4EDF-A23B-589AF39AB906}" destId="{08704903-66B9-4530-AEFF-D5C440CADF15}" srcOrd="1" destOrd="0" presId="urn:microsoft.com/office/officeart/2008/layout/LinedList"/>
    <dgm:cxn modelId="{3EACC4C4-BC59-4FF5-BEF3-0B56B80FDE02}" type="presParOf" srcId="{2A7B3B2A-A579-4E64-9435-4F7B1353FE64}" destId="{13032FC3-936E-451D-8185-2A3C72721524}" srcOrd="26" destOrd="0" presId="urn:microsoft.com/office/officeart/2008/layout/LinedList"/>
    <dgm:cxn modelId="{8C3CEB7E-071A-45D7-B4C4-D97785A3E7FB}" type="presParOf" srcId="{2A7B3B2A-A579-4E64-9435-4F7B1353FE64}" destId="{57468A9D-4E7C-46D8-98EA-9324A2113AED}" srcOrd="27" destOrd="0" presId="urn:microsoft.com/office/officeart/2008/layout/LinedList"/>
    <dgm:cxn modelId="{A22E6922-D336-4620-A5B7-6A6F79A5C161}" type="presParOf" srcId="{57468A9D-4E7C-46D8-98EA-9324A2113AED}" destId="{D00652D1-8258-4305-A091-507AB07D6141}" srcOrd="0" destOrd="0" presId="urn:microsoft.com/office/officeart/2008/layout/LinedList"/>
    <dgm:cxn modelId="{CDD0CE1D-BFD3-46F1-B3D1-E79F4429FA44}" type="presParOf" srcId="{57468A9D-4E7C-46D8-98EA-9324A2113AED}" destId="{1BA2BA52-31DA-4A95-8DFA-0D3A2CB14FE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8F07F7-4A17-4038-819A-28699A6BA357}">
      <dsp:nvSpPr>
        <dsp:cNvPr id="0" name=""/>
        <dsp:cNvSpPr/>
      </dsp:nvSpPr>
      <dsp:spPr>
        <a:xfrm>
          <a:off x="0" y="109865"/>
          <a:ext cx="5175384" cy="7150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We studied the following platforms:</a:t>
          </a:r>
        </a:p>
      </dsp:txBody>
      <dsp:txXfrm>
        <a:off x="34906" y="144771"/>
        <a:ext cx="5105572" cy="645240"/>
      </dsp:txXfrm>
    </dsp:sp>
    <dsp:sp modelId="{000DAD7B-F549-4133-9088-6518EC71157A}">
      <dsp:nvSpPr>
        <dsp:cNvPr id="0" name=""/>
        <dsp:cNvSpPr/>
      </dsp:nvSpPr>
      <dsp:spPr>
        <a:xfrm>
          <a:off x="0" y="876758"/>
          <a:ext cx="5175384" cy="715052"/>
        </a:xfrm>
        <a:prstGeom prst="round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Internshala</a:t>
          </a:r>
        </a:p>
      </dsp:txBody>
      <dsp:txXfrm>
        <a:off x="34906" y="911664"/>
        <a:ext cx="5105572" cy="645240"/>
      </dsp:txXfrm>
    </dsp:sp>
    <dsp:sp modelId="{C56A710D-5984-4137-8CA0-EF618A8E127B}">
      <dsp:nvSpPr>
        <dsp:cNvPr id="0" name=""/>
        <dsp:cNvSpPr/>
      </dsp:nvSpPr>
      <dsp:spPr>
        <a:xfrm>
          <a:off x="0" y="1643651"/>
          <a:ext cx="5175384" cy="715052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Handshake</a:t>
          </a:r>
        </a:p>
      </dsp:txBody>
      <dsp:txXfrm>
        <a:off x="34906" y="1678557"/>
        <a:ext cx="5105572" cy="645240"/>
      </dsp:txXfrm>
    </dsp:sp>
    <dsp:sp modelId="{DA266AAC-E182-4783-9CA1-1DC434C5C90F}">
      <dsp:nvSpPr>
        <dsp:cNvPr id="0" name=""/>
        <dsp:cNvSpPr/>
      </dsp:nvSpPr>
      <dsp:spPr>
        <a:xfrm>
          <a:off x="0" y="2410544"/>
          <a:ext cx="5175384" cy="715052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ImBlaze</a:t>
          </a:r>
        </a:p>
      </dsp:txBody>
      <dsp:txXfrm>
        <a:off x="34906" y="2445450"/>
        <a:ext cx="5105572" cy="645240"/>
      </dsp:txXfrm>
    </dsp:sp>
    <dsp:sp modelId="{9F2B3FFD-2DA1-45AE-B2AC-34E02A18CBB3}">
      <dsp:nvSpPr>
        <dsp:cNvPr id="0" name=""/>
        <dsp:cNvSpPr/>
      </dsp:nvSpPr>
      <dsp:spPr>
        <a:xfrm>
          <a:off x="0" y="3177436"/>
          <a:ext cx="5175384" cy="715052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OpenWater</a:t>
          </a:r>
        </a:p>
      </dsp:txBody>
      <dsp:txXfrm>
        <a:off x="34906" y="3212342"/>
        <a:ext cx="5105572" cy="645240"/>
      </dsp:txXfrm>
    </dsp:sp>
    <dsp:sp modelId="{4D06F189-30EB-497A-8FC5-6775CAEC10E6}">
      <dsp:nvSpPr>
        <dsp:cNvPr id="0" name=""/>
        <dsp:cNvSpPr/>
      </dsp:nvSpPr>
      <dsp:spPr>
        <a:xfrm>
          <a:off x="0" y="3944329"/>
          <a:ext cx="5175384" cy="715052"/>
        </a:xfrm>
        <a:prstGeom prst="round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GoSprout</a:t>
          </a:r>
        </a:p>
      </dsp:txBody>
      <dsp:txXfrm>
        <a:off x="34906" y="3979235"/>
        <a:ext cx="5105572" cy="645240"/>
      </dsp:txXfrm>
    </dsp:sp>
    <dsp:sp modelId="{7816626D-A814-4397-BBCE-89E9CCEE86F9}">
      <dsp:nvSpPr>
        <dsp:cNvPr id="0" name=""/>
        <dsp:cNvSpPr/>
      </dsp:nvSpPr>
      <dsp:spPr>
        <a:xfrm>
          <a:off x="0" y="4711222"/>
          <a:ext cx="5175384" cy="715052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These platforms help manage internships but still have certain limitations.</a:t>
          </a:r>
        </a:p>
      </dsp:txBody>
      <dsp:txXfrm>
        <a:off x="34906" y="4746128"/>
        <a:ext cx="5105572" cy="6452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43B74C-A09C-4DFF-B314-CE67C9982470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D9FC5-B4E4-4FA3-A960-9D720F51152E}">
      <dsp:nvSpPr>
        <dsp:cNvPr id="0" name=""/>
        <dsp:cNvSpPr/>
      </dsp:nvSpPr>
      <dsp:spPr>
        <a:xfrm>
          <a:off x="0" y="2703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>
        <a:off x="0" y="2703"/>
        <a:ext cx="5175384" cy="502794"/>
      </dsp:txXfrm>
    </dsp:sp>
    <dsp:sp modelId="{7032905D-61D1-4326-A9A1-A19D7DC83A90}">
      <dsp:nvSpPr>
        <dsp:cNvPr id="0" name=""/>
        <dsp:cNvSpPr/>
      </dsp:nvSpPr>
      <dsp:spPr>
        <a:xfrm>
          <a:off x="0" y="50549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AC8B2-44E6-4932-AEAB-E1CB034A394C}">
      <dsp:nvSpPr>
        <dsp:cNvPr id="0" name=""/>
        <dsp:cNvSpPr/>
      </dsp:nvSpPr>
      <dsp:spPr>
        <a:xfrm>
          <a:off x="0" y="505497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Current Challenges:</a:t>
          </a:r>
          <a:endParaRPr lang="en-US" sz="1600" kern="1200"/>
        </a:p>
      </dsp:txBody>
      <dsp:txXfrm>
        <a:off x="0" y="505497"/>
        <a:ext cx="5175384" cy="502794"/>
      </dsp:txXfrm>
    </dsp:sp>
    <dsp:sp modelId="{622044DA-5B23-4F1F-A1DD-BAFDBCE02962}">
      <dsp:nvSpPr>
        <dsp:cNvPr id="0" name=""/>
        <dsp:cNvSpPr/>
      </dsp:nvSpPr>
      <dsp:spPr>
        <a:xfrm>
          <a:off x="0" y="10082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0A3A9-13A3-4EB0-87E1-6DB7153098BA}">
      <dsp:nvSpPr>
        <dsp:cNvPr id="0" name=""/>
        <dsp:cNvSpPr/>
      </dsp:nvSpPr>
      <dsp:spPr>
        <a:xfrm>
          <a:off x="0" y="1008291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• Students struggle to find relevant internships</a:t>
          </a:r>
          <a:endParaRPr lang="en-US" sz="1600" kern="1200"/>
        </a:p>
      </dsp:txBody>
      <dsp:txXfrm>
        <a:off x="0" y="1008291"/>
        <a:ext cx="5175384" cy="502794"/>
      </dsp:txXfrm>
    </dsp:sp>
    <dsp:sp modelId="{5737200F-ECE1-4D29-ADD3-BBFFA86AA64F}">
      <dsp:nvSpPr>
        <dsp:cNvPr id="0" name=""/>
        <dsp:cNvSpPr/>
      </dsp:nvSpPr>
      <dsp:spPr>
        <a:xfrm>
          <a:off x="0" y="151108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4BF3BB-FA6D-4D71-8F45-2D183117F603}">
      <dsp:nvSpPr>
        <dsp:cNvPr id="0" name=""/>
        <dsp:cNvSpPr/>
      </dsp:nvSpPr>
      <dsp:spPr>
        <a:xfrm>
          <a:off x="0" y="1511085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• No centralized platform for internship management</a:t>
          </a:r>
          <a:endParaRPr lang="en-US" sz="1600" kern="1200"/>
        </a:p>
      </dsp:txBody>
      <dsp:txXfrm>
        <a:off x="0" y="1511085"/>
        <a:ext cx="5175384" cy="502794"/>
      </dsp:txXfrm>
    </dsp:sp>
    <dsp:sp modelId="{A680E07E-0FC9-434B-A073-BA6ABED44EB6}">
      <dsp:nvSpPr>
        <dsp:cNvPr id="0" name=""/>
        <dsp:cNvSpPr/>
      </dsp:nvSpPr>
      <dsp:spPr>
        <a:xfrm>
          <a:off x="0" y="201387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E23789-9903-4F9F-9AFA-99DA121333DC}">
      <dsp:nvSpPr>
        <dsp:cNvPr id="0" name=""/>
        <dsp:cNvSpPr/>
      </dsp:nvSpPr>
      <dsp:spPr>
        <a:xfrm>
          <a:off x="0" y="2013879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• Manual application tracking is inefficient</a:t>
          </a:r>
          <a:endParaRPr lang="en-US" sz="1600" kern="1200"/>
        </a:p>
      </dsp:txBody>
      <dsp:txXfrm>
        <a:off x="0" y="2013879"/>
        <a:ext cx="5175384" cy="502794"/>
      </dsp:txXfrm>
    </dsp:sp>
    <dsp:sp modelId="{E587F477-9EA7-4E62-BBAC-1E9E006564B4}">
      <dsp:nvSpPr>
        <dsp:cNvPr id="0" name=""/>
        <dsp:cNvSpPr/>
      </dsp:nvSpPr>
      <dsp:spPr>
        <a:xfrm>
          <a:off x="0" y="251667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C940-6110-4325-AA18-FBAE3F16FFC2}">
      <dsp:nvSpPr>
        <dsp:cNvPr id="0" name=""/>
        <dsp:cNvSpPr/>
      </dsp:nvSpPr>
      <dsp:spPr>
        <a:xfrm>
          <a:off x="0" y="2516673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• Lack of real-time application status updates</a:t>
          </a:r>
          <a:endParaRPr lang="en-US" sz="1600" kern="1200"/>
        </a:p>
      </dsp:txBody>
      <dsp:txXfrm>
        <a:off x="0" y="2516673"/>
        <a:ext cx="5175384" cy="502794"/>
      </dsp:txXfrm>
    </dsp:sp>
    <dsp:sp modelId="{5211B063-D246-49D1-9351-E65D98EF18F3}">
      <dsp:nvSpPr>
        <dsp:cNvPr id="0" name=""/>
        <dsp:cNvSpPr/>
      </dsp:nvSpPr>
      <dsp:spPr>
        <a:xfrm>
          <a:off x="0" y="301946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CF0CB-8185-42E4-9810-124C08961383}">
      <dsp:nvSpPr>
        <dsp:cNvPr id="0" name=""/>
        <dsp:cNvSpPr/>
      </dsp:nvSpPr>
      <dsp:spPr>
        <a:xfrm>
          <a:off x="0" y="3019467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• No proper communication between students and admins</a:t>
          </a:r>
          <a:endParaRPr lang="en-US" sz="1600" kern="1200"/>
        </a:p>
      </dsp:txBody>
      <dsp:txXfrm>
        <a:off x="0" y="3019467"/>
        <a:ext cx="5175384" cy="502794"/>
      </dsp:txXfrm>
    </dsp:sp>
    <dsp:sp modelId="{A4628A0E-E655-4EC8-8E53-B53C99E17195}">
      <dsp:nvSpPr>
        <dsp:cNvPr id="0" name=""/>
        <dsp:cNvSpPr/>
      </dsp:nvSpPr>
      <dsp:spPr>
        <a:xfrm>
          <a:off x="0" y="352226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831BB-031A-4CEA-BD2E-51FDD64A2936}">
      <dsp:nvSpPr>
        <dsp:cNvPr id="0" name=""/>
        <dsp:cNvSpPr/>
      </dsp:nvSpPr>
      <dsp:spPr>
        <a:xfrm>
          <a:off x="0" y="3522261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Solution:</a:t>
          </a:r>
          <a:endParaRPr lang="en-US" sz="1600" kern="1200"/>
        </a:p>
      </dsp:txBody>
      <dsp:txXfrm>
        <a:off x="0" y="3522261"/>
        <a:ext cx="5175384" cy="502794"/>
      </dsp:txXfrm>
    </dsp:sp>
    <dsp:sp modelId="{ED9B0F4C-DEC9-41A8-810C-CB4ACDECBD2A}">
      <dsp:nvSpPr>
        <dsp:cNvPr id="0" name=""/>
        <dsp:cNvSpPr/>
      </dsp:nvSpPr>
      <dsp:spPr>
        <a:xfrm>
          <a:off x="0" y="402505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DDA587-D49B-4AEF-9DDE-4C4976D4EB68}">
      <dsp:nvSpPr>
        <dsp:cNvPr id="0" name=""/>
        <dsp:cNvSpPr/>
      </dsp:nvSpPr>
      <dsp:spPr>
        <a:xfrm>
          <a:off x="0" y="4025055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 comprehensive web platform connecting students with </a:t>
          </a:r>
          <a:endParaRPr lang="en-US" sz="1600" kern="1200"/>
        </a:p>
      </dsp:txBody>
      <dsp:txXfrm>
        <a:off x="0" y="4025055"/>
        <a:ext cx="5175384" cy="502794"/>
      </dsp:txXfrm>
    </dsp:sp>
    <dsp:sp modelId="{0AE0B56F-510F-4E6A-9B21-5BDC861C2D45}">
      <dsp:nvSpPr>
        <dsp:cNvPr id="0" name=""/>
        <dsp:cNvSpPr/>
      </dsp:nvSpPr>
      <dsp:spPr>
        <a:xfrm>
          <a:off x="0" y="452784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827E6-5793-4F46-AD1A-A583BE287577}">
      <dsp:nvSpPr>
        <dsp:cNvPr id="0" name=""/>
        <dsp:cNvSpPr/>
      </dsp:nvSpPr>
      <dsp:spPr>
        <a:xfrm>
          <a:off x="0" y="4527849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internship opportunities and enabling admins to manage </a:t>
          </a:r>
          <a:endParaRPr lang="en-US" sz="1600" kern="1200"/>
        </a:p>
      </dsp:txBody>
      <dsp:txXfrm>
        <a:off x="0" y="4527849"/>
        <a:ext cx="5175384" cy="502794"/>
      </dsp:txXfrm>
    </dsp:sp>
    <dsp:sp modelId="{1D6863E1-95DD-4222-B9FE-0F23A5F3D1FA}">
      <dsp:nvSpPr>
        <dsp:cNvPr id="0" name=""/>
        <dsp:cNvSpPr/>
      </dsp:nvSpPr>
      <dsp:spPr>
        <a:xfrm>
          <a:off x="0" y="503064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E5C59A-08A4-4847-AA99-693E7DF66B7F}">
      <dsp:nvSpPr>
        <dsp:cNvPr id="0" name=""/>
        <dsp:cNvSpPr/>
      </dsp:nvSpPr>
      <dsp:spPr>
        <a:xfrm>
          <a:off x="0" y="5030643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the entire process efficiently.</a:t>
          </a:r>
          <a:endParaRPr lang="en-US" sz="1600" kern="1200"/>
        </a:p>
      </dsp:txBody>
      <dsp:txXfrm>
        <a:off x="0" y="5030643"/>
        <a:ext cx="5175384" cy="5027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6E4641-55CC-40FF-A14F-8A3B5E15901E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349AD6-4C0B-490C-8158-42AFCF535070}">
      <dsp:nvSpPr>
        <dsp:cNvPr id="0" name=""/>
        <dsp:cNvSpPr/>
      </dsp:nvSpPr>
      <dsp:spPr>
        <a:xfrm>
          <a:off x="0" y="2703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Objectives:</a:t>
          </a:r>
          <a:endParaRPr lang="en-US" sz="2400" kern="1200"/>
        </a:p>
      </dsp:txBody>
      <dsp:txXfrm>
        <a:off x="0" y="2703"/>
        <a:ext cx="5175384" cy="921789"/>
      </dsp:txXfrm>
    </dsp:sp>
    <dsp:sp modelId="{8E693612-FC2A-49AF-89F4-5AEA23DAF531}">
      <dsp:nvSpPr>
        <dsp:cNvPr id="0" name=""/>
        <dsp:cNvSpPr/>
      </dsp:nvSpPr>
      <dsp:spPr>
        <a:xfrm>
          <a:off x="0" y="92449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EA9B2-2091-4EBC-9AA6-616E9E3E1278}">
      <dsp:nvSpPr>
        <dsp:cNvPr id="0" name=""/>
        <dsp:cNvSpPr/>
      </dsp:nvSpPr>
      <dsp:spPr>
        <a:xfrm>
          <a:off x="0" y="924492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✓ Streamline internship discovery and application process</a:t>
          </a:r>
          <a:endParaRPr lang="en-US" sz="2400" kern="1200"/>
        </a:p>
      </dsp:txBody>
      <dsp:txXfrm>
        <a:off x="0" y="924492"/>
        <a:ext cx="5175384" cy="921789"/>
      </dsp:txXfrm>
    </dsp:sp>
    <dsp:sp modelId="{1F6BF837-E274-4FAB-A20A-0195456CB15E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8A9A60-AC4A-49CD-A622-CC1A6434C359}">
      <dsp:nvSpPr>
        <dsp:cNvPr id="0" name=""/>
        <dsp:cNvSpPr/>
      </dsp:nvSpPr>
      <dsp:spPr>
        <a:xfrm>
          <a:off x="0" y="1846281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✓ Provide real-time application tracking</a:t>
          </a:r>
          <a:endParaRPr lang="en-US" sz="2400" kern="1200"/>
        </a:p>
      </dsp:txBody>
      <dsp:txXfrm>
        <a:off x="0" y="1846281"/>
        <a:ext cx="5175384" cy="921789"/>
      </dsp:txXfrm>
    </dsp:sp>
    <dsp:sp modelId="{7FF72ECC-29DA-4445-A448-B2198950AA99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F682F-D251-4F09-988A-B55100554439}">
      <dsp:nvSpPr>
        <dsp:cNvPr id="0" name=""/>
        <dsp:cNvSpPr/>
      </dsp:nvSpPr>
      <dsp:spPr>
        <a:xfrm>
          <a:off x="0" y="2768070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✓ Enable admins to manage internships and applications</a:t>
          </a:r>
          <a:endParaRPr lang="en-US" sz="2400" kern="1200"/>
        </a:p>
      </dsp:txBody>
      <dsp:txXfrm>
        <a:off x="0" y="2768070"/>
        <a:ext cx="5175384" cy="921789"/>
      </dsp:txXfrm>
    </dsp:sp>
    <dsp:sp modelId="{E49DD2B2-F481-4B90-B2AD-AED377D0A8E5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EFB306-D29F-473C-9934-F1E1DBB6EF88}">
      <dsp:nvSpPr>
        <dsp:cNvPr id="0" name=""/>
        <dsp:cNvSpPr/>
      </dsp:nvSpPr>
      <dsp:spPr>
        <a:xfrm>
          <a:off x="0" y="3689859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✓ Generate insights through analytics dashboard</a:t>
          </a:r>
          <a:endParaRPr lang="en-US" sz="2400" kern="1200"/>
        </a:p>
      </dsp:txBody>
      <dsp:txXfrm>
        <a:off x="0" y="3689859"/>
        <a:ext cx="5175384" cy="921789"/>
      </dsp:txXfrm>
    </dsp:sp>
    <dsp:sp modelId="{08AC9606-404D-4E72-897E-F8105DE4580E}">
      <dsp:nvSpPr>
        <dsp:cNvPr id="0" name=""/>
        <dsp:cNvSpPr/>
      </dsp:nvSpPr>
      <dsp:spPr>
        <a:xfrm>
          <a:off x="0" y="461164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43A6C-C570-4B66-AE69-28045FC48B74}">
      <dsp:nvSpPr>
        <dsp:cNvPr id="0" name=""/>
        <dsp:cNvSpPr/>
      </dsp:nvSpPr>
      <dsp:spPr>
        <a:xfrm>
          <a:off x="0" y="4611648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✓ Role-based access control (Student &amp; Admin)</a:t>
          </a:r>
          <a:endParaRPr lang="en-US" sz="2400" kern="1200"/>
        </a:p>
      </dsp:txBody>
      <dsp:txXfrm>
        <a:off x="0" y="4611648"/>
        <a:ext cx="5175384" cy="9217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31A24D-A0B5-4CE9-9F9F-53020EAF1D9D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044936-AD92-4945-98FC-380AF009E30E}">
      <dsp:nvSpPr>
        <dsp:cNvPr id="0" name=""/>
        <dsp:cNvSpPr/>
      </dsp:nvSpPr>
      <dsp:spPr>
        <a:xfrm>
          <a:off x="0" y="2703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BACKEND:</a:t>
          </a:r>
          <a:endParaRPr lang="en-US" sz="1900" kern="1200"/>
        </a:p>
      </dsp:txBody>
      <dsp:txXfrm>
        <a:off x="0" y="2703"/>
        <a:ext cx="5175384" cy="502794"/>
      </dsp:txXfrm>
    </dsp:sp>
    <dsp:sp modelId="{C85E6BB3-B867-48C9-AE5B-589DCF4385CD}">
      <dsp:nvSpPr>
        <dsp:cNvPr id="0" name=""/>
        <dsp:cNvSpPr/>
      </dsp:nvSpPr>
      <dsp:spPr>
        <a:xfrm>
          <a:off x="0" y="50549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034523-6951-4EEE-90E7-B102C640AAAC}">
      <dsp:nvSpPr>
        <dsp:cNvPr id="0" name=""/>
        <dsp:cNvSpPr/>
      </dsp:nvSpPr>
      <dsp:spPr>
        <a:xfrm>
          <a:off x="0" y="505497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• Java 17                           • Spring Boot 3.2.0       </a:t>
          </a:r>
          <a:endParaRPr lang="en-US" sz="1900" kern="1200"/>
        </a:p>
      </dsp:txBody>
      <dsp:txXfrm>
        <a:off x="0" y="505497"/>
        <a:ext cx="5175384" cy="502794"/>
      </dsp:txXfrm>
    </dsp:sp>
    <dsp:sp modelId="{D4A473DF-B3F0-4724-A884-88C5FCD1F379}">
      <dsp:nvSpPr>
        <dsp:cNvPr id="0" name=""/>
        <dsp:cNvSpPr/>
      </dsp:nvSpPr>
      <dsp:spPr>
        <a:xfrm>
          <a:off x="0" y="10082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F71B8-EEE3-4874-96F5-BBC5AF6F23F9}">
      <dsp:nvSpPr>
        <dsp:cNvPr id="0" name=""/>
        <dsp:cNvSpPr/>
      </dsp:nvSpPr>
      <dsp:spPr>
        <a:xfrm>
          <a:off x="0" y="1008291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• Spring Data JPA            • Hibernate ORM           </a:t>
          </a:r>
          <a:endParaRPr lang="en-US" sz="1900" kern="1200"/>
        </a:p>
      </dsp:txBody>
      <dsp:txXfrm>
        <a:off x="0" y="1008291"/>
        <a:ext cx="5175384" cy="502794"/>
      </dsp:txXfrm>
    </dsp:sp>
    <dsp:sp modelId="{C3747174-499E-4502-AC62-DDC52E0992B0}">
      <dsp:nvSpPr>
        <dsp:cNvPr id="0" name=""/>
        <dsp:cNvSpPr/>
      </dsp:nvSpPr>
      <dsp:spPr>
        <a:xfrm>
          <a:off x="0" y="151108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6EE34-1F95-45C2-AEC5-104BEBA83CB7}">
      <dsp:nvSpPr>
        <dsp:cNvPr id="0" name=""/>
        <dsp:cNvSpPr/>
      </dsp:nvSpPr>
      <dsp:spPr>
        <a:xfrm>
          <a:off x="0" y="1511085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• MySQL Database          • Maven Build Tool        </a:t>
          </a:r>
          <a:endParaRPr lang="en-US" sz="1900" kern="1200"/>
        </a:p>
      </dsp:txBody>
      <dsp:txXfrm>
        <a:off x="0" y="1511085"/>
        <a:ext cx="5175384" cy="502794"/>
      </dsp:txXfrm>
    </dsp:sp>
    <dsp:sp modelId="{3F91D7A7-078F-4826-A0BD-3F35DD73E244}">
      <dsp:nvSpPr>
        <dsp:cNvPr id="0" name=""/>
        <dsp:cNvSpPr/>
      </dsp:nvSpPr>
      <dsp:spPr>
        <a:xfrm>
          <a:off x="0" y="201387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E61CC-B24B-4CB2-8EC4-8CF5D741554F}">
      <dsp:nvSpPr>
        <dsp:cNvPr id="0" name=""/>
        <dsp:cNvSpPr/>
      </dsp:nvSpPr>
      <dsp:spPr>
        <a:xfrm>
          <a:off x="0" y="2013879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FRONTEND:</a:t>
          </a:r>
          <a:endParaRPr lang="en-US" sz="1900" kern="1200"/>
        </a:p>
      </dsp:txBody>
      <dsp:txXfrm>
        <a:off x="0" y="2013879"/>
        <a:ext cx="5175384" cy="502794"/>
      </dsp:txXfrm>
    </dsp:sp>
    <dsp:sp modelId="{9DC5DCFB-983A-4720-BD58-CD33D38D5376}">
      <dsp:nvSpPr>
        <dsp:cNvPr id="0" name=""/>
        <dsp:cNvSpPr/>
      </dsp:nvSpPr>
      <dsp:spPr>
        <a:xfrm>
          <a:off x="0" y="251667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CE76C-817F-410E-B0C4-0C4800B412BB}">
      <dsp:nvSpPr>
        <dsp:cNvPr id="0" name=""/>
        <dsp:cNvSpPr/>
      </dsp:nvSpPr>
      <dsp:spPr>
        <a:xfrm>
          <a:off x="0" y="2516673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• HTML5                                  • CSS3                    </a:t>
          </a:r>
          <a:endParaRPr lang="en-US" sz="1900" kern="1200"/>
        </a:p>
      </dsp:txBody>
      <dsp:txXfrm>
        <a:off x="0" y="2516673"/>
        <a:ext cx="5175384" cy="502794"/>
      </dsp:txXfrm>
    </dsp:sp>
    <dsp:sp modelId="{BF604AF4-2A8A-4C7D-B2B6-ADF22D74F618}">
      <dsp:nvSpPr>
        <dsp:cNvPr id="0" name=""/>
        <dsp:cNvSpPr/>
      </dsp:nvSpPr>
      <dsp:spPr>
        <a:xfrm>
          <a:off x="0" y="301946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9E8EF-4E25-4C38-B65A-9866E0502168}">
      <dsp:nvSpPr>
        <dsp:cNvPr id="0" name=""/>
        <dsp:cNvSpPr/>
      </dsp:nvSpPr>
      <dsp:spPr>
        <a:xfrm>
          <a:off x="0" y="3019467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• JavaScript (ES6)                  • Chart.js for Analytics  </a:t>
          </a:r>
          <a:endParaRPr lang="en-US" sz="1900" kern="1200"/>
        </a:p>
      </dsp:txBody>
      <dsp:txXfrm>
        <a:off x="0" y="3019467"/>
        <a:ext cx="5175384" cy="502794"/>
      </dsp:txXfrm>
    </dsp:sp>
    <dsp:sp modelId="{DB285C75-1390-4E43-9607-9E402A065F70}">
      <dsp:nvSpPr>
        <dsp:cNvPr id="0" name=""/>
        <dsp:cNvSpPr/>
      </dsp:nvSpPr>
      <dsp:spPr>
        <a:xfrm>
          <a:off x="0" y="352226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4032A-9EAF-4340-AB45-209179BC2B07}">
      <dsp:nvSpPr>
        <dsp:cNvPr id="0" name=""/>
        <dsp:cNvSpPr/>
      </dsp:nvSpPr>
      <dsp:spPr>
        <a:xfrm>
          <a:off x="0" y="3522261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• Font Awesome Icons         • Responsive Design       </a:t>
          </a:r>
          <a:endParaRPr lang="en-US" sz="1900" kern="1200"/>
        </a:p>
      </dsp:txBody>
      <dsp:txXfrm>
        <a:off x="0" y="3522261"/>
        <a:ext cx="5175384" cy="502794"/>
      </dsp:txXfrm>
    </dsp:sp>
    <dsp:sp modelId="{8227E86A-233C-4569-B4EA-A5EAC7660136}">
      <dsp:nvSpPr>
        <dsp:cNvPr id="0" name=""/>
        <dsp:cNvSpPr/>
      </dsp:nvSpPr>
      <dsp:spPr>
        <a:xfrm>
          <a:off x="0" y="402505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2530C-C1CE-4866-A335-83FC10DBF07D}">
      <dsp:nvSpPr>
        <dsp:cNvPr id="0" name=""/>
        <dsp:cNvSpPr/>
      </dsp:nvSpPr>
      <dsp:spPr>
        <a:xfrm>
          <a:off x="0" y="4025055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TOOLS:</a:t>
          </a:r>
          <a:endParaRPr lang="en-US" sz="1900" kern="1200"/>
        </a:p>
      </dsp:txBody>
      <dsp:txXfrm>
        <a:off x="0" y="4025055"/>
        <a:ext cx="5175384" cy="502794"/>
      </dsp:txXfrm>
    </dsp:sp>
    <dsp:sp modelId="{C88737C5-3623-41FE-B9BA-A678C75562E6}">
      <dsp:nvSpPr>
        <dsp:cNvPr id="0" name=""/>
        <dsp:cNvSpPr/>
      </dsp:nvSpPr>
      <dsp:spPr>
        <a:xfrm>
          <a:off x="0" y="452784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AD116-D6F6-47FD-9DD2-F9542118953A}">
      <dsp:nvSpPr>
        <dsp:cNvPr id="0" name=""/>
        <dsp:cNvSpPr/>
      </dsp:nvSpPr>
      <dsp:spPr>
        <a:xfrm>
          <a:off x="0" y="4527849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• Git Version Control        • Postman API Testing     </a:t>
          </a:r>
          <a:endParaRPr lang="en-US" sz="1900" kern="1200"/>
        </a:p>
      </dsp:txBody>
      <dsp:txXfrm>
        <a:off x="0" y="4527849"/>
        <a:ext cx="5175384" cy="502794"/>
      </dsp:txXfrm>
    </dsp:sp>
    <dsp:sp modelId="{B6925F0A-3EAC-4AB6-BB48-CB8317664927}">
      <dsp:nvSpPr>
        <dsp:cNvPr id="0" name=""/>
        <dsp:cNvSpPr/>
      </dsp:nvSpPr>
      <dsp:spPr>
        <a:xfrm>
          <a:off x="0" y="503064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F778C-177E-4719-90DA-1B54327A1F21}">
      <dsp:nvSpPr>
        <dsp:cNvPr id="0" name=""/>
        <dsp:cNvSpPr/>
      </dsp:nvSpPr>
      <dsp:spPr>
        <a:xfrm>
          <a:off x="0" y="5030643"/>
          <a:ext cx="5175384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• VS Code / IntelliJ            • MySQL Workbench         </a:t>
          </a:r>
          <a:endParaRPr lang="en-US" sz="1900" kern="1200"/>
        </a:p>
      </dsp:txBody>
      <dsp:txXfrm>
        <a:off x="0" y="5030643"/>
        <a:ext cx="5175384" cy="5027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DE2953-776E-4BC5-BDEA-740AC6A4FD83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63C662-BF81-4997-95D7-2C67BDF4B039}">
      <dsp:nvSpPr>
        <dsp:cNvPr id="0" name=""/>
        <dsp:cNvSpPr/>
      </dsp:nvSpPr>
      <dsp:spPr>
        <a:xfrm>
          <a:off x="0" y="675"/>
          <a:ext cx="5175384" cy="368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STUDENT                           </a:t>
          </a:r>
          <a:endParaRPr lang="en-US" sz="1700" kern="1200"/>
        </a:p>
      </dsp:txBody>
      <dsp:txXfrm>
        <a:off x="0" y="675"/>
        <a:ext cx="5175384" cy="368985"/>
      </dsp:txXfrm>
    </dsp:sp>
    <dsp:sp modelId="{B475C2F8-69A4-4CBC-A77C-8FC29B3C750A}">
      <dsp:nvSpPr>
        <dsp:cNvPr id="0" name=""/>
        <dsp:cNvSpPr/>
      </dsp:nvSpPr>
      <dsp:spPr>
        <a:xfrm>
          <a:off x="0" y="36966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D7C8F-2DAC-41D3-B4B9-F24001A86F4E}">
      <dsp:nvSpPr>
        <dsp:cNvPr id="0" name=""/>
        <dsp:cNvSpPr/>
      </dsp:nvSpPr>
      <dsp:spPr>
        <a:xfrm>
          <a:off x="0" y="369661"/>
          <a:ext cx="5175384" cy="368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• Register / Login / Forgot Password                   </a:t>
          </a:r>
          <a:endParaRPr lang="en-US" sz="1700" kern="1200"/>
        </a:p>
      </dsp:txBody>
      <dsp:txXfrm>
        <a:off x="0" y="369661"/>
        <a:ext cx="5175384" cy="368985"/>
      </dsp:txXfrm>
    </dsp:sp>
    <dsp:sp modelId="{57CE529E-905F-4BF9-AA33-55248645E385}">
      <dsp:nvSpPr>
        <dsp:cNvPr id="0" name=""/>
        <dsp:cNvSpPr/>
      </dsp:nvSpPr>
      <dsp:spPr>
        <a:xfrm>
          <a:off x="0" y="73864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F03D02-EE12-4BC3-8F70-B3411EA49744}">
      <dsp:nvSpPr>
        <dsp:cNvPr id="0" name=""/>
        <dsp:cNvSpPr/>
      </dsp:nvSpPr>
      <dsp:spPr>
        <a:xfrm>
          <a:off x="0" y="738647"/>
          <a:ext cx="5175384" cy="368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• Browse &amp; Search Internships                          </a:t>
          </a:r>
          <a:endParaRPr lang="en-US" sz="1700" kern="1200"/>
        </a:p>
      </dsp:txBody>
      <dsp:txXfrm>
        <a:off x="0" y="738647"/>
        <a:ext cx="5175384" cy="368985"/>
      </dsp:txXfrm>
    </dsp:sp>
    <dsp:sp modelId="{A7E88928-495E-4427-883D-E0021E69D41E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AEB53A-7638-4BDD-B050-85851A420F8E}">
      <dsp:nvSpPr>
        <dsp:cNvPr id="0" name=""/>
        <dsp:cNvSpPr/>
      </dsp:nvSpPr>
      <dsp:spPr>
        <a:xfrm>
          <a:off x="0" y="1107633"/>
          <a:ext cx="5175384" cy="368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• Apply with Resume &amp; Cover Letter                    </a:t>
          </a:r>
          <a:endParaRPr lang="en-US" sz="1700" kern="1200"/>
        </a:p>
      </dsp:txBody>
      <dsp:txXfrm>
        <a:off x="0" y="1107633"/>
        <a:ext cx="5175384" cy="368985"/>
      </dsp:txXfrm>
    </dsp:sp>
    <dsp:sp modelId="{760C0E8E-CC9E-41A8-BF06-B9F699B62C38}">
      <dsp:nvSpPr>
        <dsp:cNvPr id="0" name=""/>
        <dsp:cNvSpPr/>
      </dsp:nvSpPr>
      <dsp:spPr>
        <a:xfrm>
          <a:off x="0" y="147661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E3E92-CB64-4717-9300-4D7A1F16CBFA}">
      <dsp:nvSpPr>
        <dsp:cNvPr id="0" name=""/>
        <dsp:cNvSpPr/>
      </dsp:nvSpPr>
      <dsp:spPr>
        <a:xfrm>
          <a:off x="0" y="1476619"/>
          <a:ext cx="5175384" cy="368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• Track Application Status                             </a:t>
          </a:r>
          <a:endParaRPr lang="en-US" sz="1700" kern="1200"/>
        </a:p>
      </dsp:txBody>
      <dsp:txXfrm>
        <a:off x="0" y="1476619"/>
        <a:ext cx="5175384" cy="368985"/>
      </dsp:txXfrm>
    </dsp:sp>
    <dsp:sp modelId="{48E5D078-89A7-4739-A3CC-FF19B25D53B0}">
      <dsp:nvSpPr>
        <dsp:cNvPr id="0" name=""/>
        <dsp:cNvSpPr/>
      </dsp:nvSpPr>
      <dsp:spPr>
        <a:xfrm>
          <a:off x="0" y="18456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1391C-440F-4628-958F-0D48E0023C9A}">
      <dsp:nvSpPr>
        <dsp:cNvPr id="0" name=""/>
        <dsp:cNvSpPr/>
      </dsp:nvSpPr>
      <dsp:spPr>
        <a:xfrm>
          <a:off x="0" y="1845605"/>
          <a:ext cx="5175384" cy="368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• Save/Bookmark Internships                            </a:t>
          </a:r>
          <a:endParaRPr lang="en-US" sz="1700" kern="1200"/>
        </a:p>
      </dsp:txBody>
      <dsp:txXfrm>
        <a:off x="0" y="1845605"/>
        <a:ext cx="5175384" cy="368985"/>
      </dsp:txXfrm>
    </dsp:sp>
    <dsp:sp modelId="{053303CD-A3F9-4F91-AB58-E1F371DB2919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2E78E6-DE20-4A33-A53D-D8F3D3C3A938}">
      <dsp:nvSpPr>
        <dsp:cNvPr id="0" name=""/>
        <dsp:cNvSpPr/>
      </dsp:nvSpPr>
      <dsp:spPr>
        <a:xfrm>
          <a:off x="0" y="2214591"/>
          <a:ext cx="5175384" cy="368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• Receive Notifications                                </a:t>
          </a:r>
          <a:endParaRPr lang="en-US" sz="1700" kern="1200"/>
        </a:p>
      </dsp:txBody>
      <dsp:txXfrm>
        <a:off x="0" y="2214591"/>
        <a:ext cx="5175384" cy="368985"/>
      </dsp:txXfrm>
    </dsp:sp>
    <dsp:sp modelId="{A2305F8D-7085-466A-9C61-59DC4A7DA977}">
      <dsp:nvSpPr>
        <dsp:cNvPr id="0" name=""/>
        <dsp:cNvSpPr/>
      </dsp:nvSpPr>
      <dsp:spPr>
        <a:xfrm>
          <a:off x="0" y="258357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9AA7BE-6129-42B0-B12A-172A63FEF079}">
      <dsp:nvSpPr>
        <dsp:cNvPr id="0" name=""/>
        <dsp:cNvSpPr/>
      </dsp:nvSpPr>
      <dsp:spPr>
        <a:xfrm>
          <a:off x="0" y="2583577"/>
          <a:ext cx="5175384" cy="368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• Download Offer Letter when Selected                  </a:t>
          </a:r>
          <a:endParaRPr lang="en-US" sz="1700" kern="1200"/>
        </a:p>
      </dsp:txBody>
      <dsp:txXfrm>
        <a:off x="0" y="2583577"/>
        <a:ext cx="5175384" cy="368985"/>
      </dsp:txXfrm>
    </dsp:sp>
    <dsp:sp modelId="{1442E887-BB35-4182-865A-7A1EA77D15B4}">
      <dsp:nvSpPr>
        <dsp:cNvPr id="0" name=""/>
        <dsp:cNvSpPr/>
      </dsp:nvSpPr>
      <dsp:spPr>
        <a:xfrm>
          <a:off x="0" y="295256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A115D5-EB9D-4169-899D-76C463D316BE}">
      <dsp:nvSpPr>
        <dsp:cNvPr id="0" name=""/>
        <dsp:cNvSpPr/>
      </dsp:nvSpPr>
      <dsp:spPr>
        <a:xfrm>
          <a:off x="0" y="2952563"/>
          <a:ext cx="5175384" cy="368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ADMIN                             </a:t>
          </a:r>
          <a:endParaRPr lang="en-US" sz="1700" kern="1200"/>
        </a:p>
      </dsp:txBody>
      <dsp:txXfrm>
        <a:off x="0" y="2952563"/>
        <a:ext cx="5175384" cy="368985"/>
      </dsp:txXfrm>
    </dsp:sp>
    <dsp:sp modelId="{767DA2F1-ED6F-4886-9F58-DA032C5531E3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E37B0-87E8-4963-BBF1-58EB709168F7}">
      <dsp:nvSpPr>
        <dsp:cNvPr id="0" name=""/>
        <dsp:cNvSpPr/>
      </dsp:nvSpPr>
      <dsp:spPr>
        <a:xfrm>
          <a:off x="0" y="3321549"/>
          <a:ext cx="5175384" cy="368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• Dashboard with Stats &amp; Charts                        </a:t>
          </a:r>
          <a:endParaRPr lang="en-US" sz="1700" kern="1200"/>
        </a:p>
      </dsp:txBody>
      <dsp:txXfrm>
        <a:off x="0" y="3321549"/>
        <a:ext cx="5175384" cy="368985"/>
      </dsp:txXfrm>
    </dsp:sp>
    <dsp:sp modelId="{3252B4FB-6577-45F9-A8CA-242E2F6119B5}">
      <dsp:nvSpPr>
        <dsp:cNvPr id="0" name=""/>
        <dsp:cNvSpPr/>
      </dsp:nvSpPr>
      <dsp:spPr>
        <a:xfrm>
          <a:off x="0" y="36905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B176A-281A-4DB4-A72E-509737D04B27}">
      <dsp:nvSpPr>
        <dsp:cNvPr id="0" name=""/>
        <dsp:cNvSpPr/>
      </dsp:nvSpPr>
      <dsp:spPr>
        <a:xfrm>
          <a:off x="0" y="3690535"/>
          <a:ext cx="5175384" cy="368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• Add/Edit/Delete Internships                          </a:t>
          </a:r>
          <a:endParaRPr lang="en-US" sz="1700" kern="1200"/>
        </a:p>
      </dsp:txBody>
      <dsp:txXfrm>
        <a:off x="0" y="3690535"/>
        <a:ext cx="5175384" cy="368985"/>
      </dsp:txXfrm>
    </dsp:sp>
    <dsp:sp modelId="{150CA133-4569-483B-A449-539625299E0F}">
      <dsp:nvSpPr>
        <dsp:cNvPr id="0" name=""/>
        <dsp:cNvSpPr/>
      </dsp:nvSpPr>
      <dsp:spPr>
        <a:xfrm>
          <a:off x="0" y="405952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66C223-D539-47E8-8ADF-523C83B0493D}">
      <dsp:nvSpPr>
        <dsp:cNvPr id="0" name=""/>
        <dsp:cNvSpPr/>
      </dsp:nvSpPr>
      <dsp:spPr>
        <a:xfrm>
          <a:off x="0" y="4059521"/>
          <a:ext cx="5175384" cy="368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• View &amp; Filter Applications                           </a:t>
          </a:r>
          <a:endParaRPr lang="en-US" sz="1700" kern="1200"/>
        </a:p>
      </dsp:txBody>
      <dsp:txXfrm>
        <a:off x="0" y="4059521"/>
        <a:ext cx="5175384" cy="368985"/>
      </dsp:txXfrm>
    </dsp:sp>
    <dsp:sp modelId="{7FB4F486-9DDD-4F95-94E5-AB089E4BFFDE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5F26B-CA08-4F26-9AC2-E13F95565F52}">
      <dsp:nvSpPr>
        <dsp:cNvPr id="0" name=""/>
        <dsp:cNvSpPr/>
      </dsp:nvSpPr>
      <dsp:spPr>
        <a:xfrm>
          <a:off x="0" y="4428507"/>
          <a:ext cx="5175384" cy="368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• Update Status (Shortlist/Select/Reject)              </a:t>
          </a:r>
          <a:endParaRPr lang="en-US" sz="1700" kern="1200"/>
        </a:p>
      </dsp:txBody>
      <dsp:txXfrm>
        <a:off x="0" y="4428507"/>
        <a:ext cx="5175384" cy="368985"/>
      </dsp:txXfrm>
    </dsp:sp>
    <dsp:sp modelId="{F4329C01-6347-4871-80B7-19BD5BFFAACA}">
      <dsp:nvSpPr>
        <dsp:cNvPr id="0" name=""/>
        <dsp:cNvSpPr/>
      </dsp:nvSpPr>
      <dsp:spPr>
        <a:xfrm>
          <a:off x="0" y="479749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1AFAB-1383-4AED-BBDD-76C67F2BE60C}">
      <dsp:nvSpPr>
        <dsp:cNvPr id="0" name=""/>
        <dsp:cNvSpPr/>
      </dsp:nvSpPr>
      <dsp:spPr>
        <a:xfrm>
          <a:off x="0" y="4797493"/>
          <a:ext cx="5175384" cy="368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• Manage Students                                      </a:t>
          </a:r>
          <a:endParaRPr lang="en-US" sz="1700" kern="1200"/>
        </a:p>
      </dsp:txBody>
      <dsp:txXfrm>
        <a:off x="0" y="4797493"/>
        <a:ext cx="5175384" cy="368985"/>
      </dsp:txXfrm>
    </dsp:sp>
    <dsp:sp modelId="{CFB75885-EF83-424C-A067-54EE2381FD01}">
      <dsp:nvSpPr>
        <dsp:cNvPr id="0" name=""/>
        <dsp:cNvSpPr/>
      </dsp:nvSpPr>
      <dsp:spPr>
        <a:xfrm>
          <a:off x="0" y="516647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B4C409-8F0B-4D70-B3F6-6888879E9AF9}">
      <dsp:nvSpPr>
        <dsp:cNvPr id="0" name=""/>
        <dsp:cNvSpPr/>
      </dsp:nvSpPr>
      <dsp:spPr>
        <a:xfrm>
          <a:off x="0" y="5166479"/>
          <a:ext cx="5175384" cy="368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• Send Broadcast Notifications                         </a:t>
          </a:r>
          <a:endParaRPr lang="en-US" sz="1700" kern="1200"/>
        </a:p>
      </dsp:txBody>
      <dsp:txXfrm>
        <a:off x="0" y="5166479"/>
        <a:ext cx="5175384" cy="3689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8154E3-ED45-4EA3-ABF6-0388B634AAA1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9D7231-94CA-457E-B95E-02A5BADEF9BD}">
      <dsp:nvSpPr>
        <dsp:cNvPr id="0" name=""/>
        <dsp:cNvSpPr/>
      </dsp:nvSpPr>
      <dsp:spPr>
        <a:xfrm>
          <a:off x="0" y="675"/>
          <a:ext cx="5175384" cy="39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PROJECT SUMMARY:</a:t>
          </a:r>
        </a:p>
      </dsp:txBody>
      <dsp:txXfrm>
        <a:off x="0" y="675"/>
        <a:ext cx="5175384" cy="395342"/>
      </dsp:txXfrm>
    </dsp:sp>
    <dsp:sp modelId="{EA333023-7A43-4439-A5BC-C3228A9A5BC8}">
      <dsp:nvSpPr>
        <dsp:cNvPr id="0" name=""/>
        <dsp:cNvSpPr/>
      </dsp:nvSpPr>
      <dsp:spPr>
        <a:xfrm>
          <a:off x="0" y="39601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21A142-5F6C-4D77-AC8E-994866637CF3}">
      <dsp:nvSpPr>
        <dsp:cNvPr id="0" name=""/>
        <dsp:cNvSpPr/>
      </dsp:nvSpPr>
      <dsp:spPr>
        <a:xfrm>
          <a:off x="0" y="396017"/>
          <a:ext cx="5175384" cy="39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Complete internship management system                </a:t>
          </a:r>
        </a:p>
      </dsp:txBody>
      <dsp:txXfrm>
        <a:off x="0" y="396017"/>
        <a:ext cx="5175384" cy="395342"/>
      </dsp:txXfrm>
    </dsp:sp>
    <dsp:sp modelId="{368990E3-338B-4134-A5C5-F7AF03E2B4D0}">
      <dsp:nvSpPr>
        <dsp:cNvPr id="0" name=""/>
        <dsp:cNvSpPr/>
      </dsp:nvSpPr>
      <dsp:spPr>
        <a:xfrm>
          <a:off x="0" y="7913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63CB1-BDFD-455E-87A6-221112CB1740}">
      <dsp:nvSpPr>
        <dsp:cNvPr id="0" name=""/>
        <dsp:cNvSpPr/>
      </dsp:nvSpPr>
      <dsp:spPr>
        <a:xfrm>
          <a:off x="0" y="791359"/>
          <a:ext cx="5175384" cy="39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Role-based access (Student &amp; Admin)                  </a:t>
          </a:r>
        </a:p>
      </dsp:txBody>
      <dsp:txXfrm>
        <a:off x="0" y="791359"/>
        <a:ext cx="5175384" cy="395342"/>
      </dsp:txXfrm>
    </dsp:sp>
    <dsp:sp modelId="{A9EAFCA0-6B61-4C64-8ED1-0352D7E96E42}">
      <dsp:nvSpPr>
        <dsp:cNvPr id="0" name=""/>
        <dsp:cNvSpPr/>
      </dsp:nvSpPr>
      <dsp:spPr>
        <a:xfrm>
          <a:off x="0" y="118670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C85FC-7797-467A-83D2-6A2FFADD2E81}">
      <dsp:nvSpPr>
        <dsp:cNvPr id="0" name=""/>
        <dsp:cNvSpPr/>
      </dsp:nvSpPr>
      <dsp:spPr>
        <a:xfrm>
          <a:off x="0" y="1186702"/>
          <a:ext cx="5175384" cy="39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Real-time application tracking                       </a:t>
          </a:r>
        </a:p>
      </dsp:txBody>
      <dsp:txXfrm>
        <a:off x="0" y="1186702"/>
        <a:ext cx="5175384" cy="395342"/>
      </dsp:txXfrm>
    </dsp:sp>
    <dsp:sp modelId="{BD9B177B-C328-460B-85C5-B5CFE019FC82}">
      <dsp:nvSpPr>
        <dsp:cNvPr id="0" name=""/>
        <dsp:cNvSpPr/>
      </dsp:nvSpPr>
      <dsp:spPr>
        <a:xfrm>
          <a:off x="0" y="1582044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2F9D73-B8B8-4249-987F-1A006D38490F}">
      <dsp:nvSpPr>
        <dsp:cNvPr id="0" name=""/>
        <dsp:cNvSpPr/>
      </dsp:nvSpPr>
      <dsp:spPr>
        <a:xfrm>
          <a:off x="0" y="1582044"/>
          <a:ext cx="5175384" cy="39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Interactive dashboards with analytics                </a:t>
          </a:r>
        </a:p>
      </dsp:txBody>
      <dsp:txXfrm>
        <a:off x="0" y="1582044"/>
        <a:ext cx="5175384" cy="395342"/>
      </dsp:txXfrm>
    </dsp:sp>
    <dsp:sp modelId="{6F691CBA-F998-45CD-A80F-DCE604293518}">
      <dsp:nvSpPr>
        <dsp:cNvPr id="0" name=""/>
        <dsp:cNvSpPr/>
      </dsp:nvSpPr>
      <dsp:spPr>
        <a:xfrm>
          <a:off x="0" y="1977386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99C50-E52F-4CF4-A82D-A01C2B17CA30}">
      <dsp:nvSpPr>
        <dsp:cNvPr id="0" name=""/>
        <dsp:cNvSpPr/>
      </dsp:nvSpPr>
      <dsp:spPr>
        <a:xfrm>
          <a:off x="0" y="1977386"/>
          <a:ext cx="5175384" cy="39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15 Students | 15 Internships | 50+ Applications      </a:t>
          </a:r>
        </a:p>
      </dsp:txBody>
      <dsp:txXfrm>
        <a:off x="0" y="1977386"/>
        <a:ext cx="5175384" cy="395342"/>
      </dsp:txXfrm>
    </dsp:sp>
    <dsp:sp modelId="{290074F3-473A-48F6-B7EC-A8F230F5327F}">
      <dsp:nvSpPr>
        <dsp:cNvPr id="0" name=""/>
        <dsp:cNvSpPr/>
      </dsp:nvSpPr>
      <dsp:spPr>
        <a:xfrm>
          <a:off x="0" y="237272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8AE66-8110-4BA2-922C-C9C51DC53369}">
      <dsp:nvSpPr>
        <dsp:cNvPr id="0" name=""/>
        <dsp:cNvSpPr/>
      </dsp:nvSpPr>
      <dsp:spPr>
        <a:xfrm>
          <a:off x="0" y="2372728"/>
          <a:ext cx="5175384" cy="39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FUTURE SCOPE:</a:t>
          </a:r>
        </a:p>
      </dsp:txBody>
      <dsp:txXfrm>
        <a:off x="0" y="2372728"/>
        <a:ext cx="5175384" cy="395342"/>
      </dsp:txXfrm>
    </dsp:sp>
    <dsp:sp modelId="{96DD3FF1-72CD-4097-B3F4-5CE457A875AC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C0E2C-AC84-4A4F-A059-A9644CE8735C}">
      <dsp:nvSpPr>
        <dsp:cNvPr id="0" name=""/>
        <dsp:cNvSpPr/>
      </dsp:nvSpPr>
      <dsp:spPr>
        <a:xfrm>
          <a:off x="0" y="2768070"/>
          <a:ext cx="5175384" cy="39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AI-based internship recommendations                  </a:t>
          </a:r>
        </a:p>
      </dsp:txBody>
      <dsp:txXfrm>
        <a:off x="0" y="2768070"/>
        <a:ext cx="5175384" cy="395342"/>
      </dsp:txXfrm>
    </dsp:sp>
    <dsp:sp modelId="{09024BFD-7863-43A7-A6E6-38C601474CD5}">
      <dsp:nvSpPr>
        <dsp:cNvPr id="0" name=""/>
        <dsp:cNvSpPr/>
      </dsp:nvSpPr>
      <dsp:spPr>
        <a:xfrm>
          <a:off x="0" y="316341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1A2A2-F3F2-40D6-8D7C-8E072DFF3BD9}">
      <dsp:nvSpPr>
        <dsp:cNvPr id="0" name=""/>
        <dsp:cNvSpPr/>
      </dsp:nvSpPr>
      <dsp:spPr>
        <a:xfrm>
          <a:off x="0" y="3163412"/>
          <a:ext cx="5175384" cy="39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Email notifications                                  </a:t>
          </a:r>
        </a:p>
      </dsp:txBody>
      <dsp:txXfrm>
        <a:off x="0" y="3163412"/>
        <a:ext cx="5175384" cy="395342"/>
      </dsp:txXfrm>
    </dsp:sp>
    <dsp:sp modelId="{1AD2A63F-BCED-49C1-9B47-F9EA7C366C1D}">
      <dsp:nvSpPr>
        <dsp:cNvPr id="0" name=""/>
        <dsp:cNvSpPr/>
      </dsp:nvSpPr>
      <dsp:spPr>
        <a:xfrm>
          <a:off x="0" y="3558754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B5F2F4-742D-4DF3-BB2A-28BE1BF8E49E}">
      <dsp:nvSpPr>
        <dsp:cNvPr id="0" name=""/>
        <dsp:cNvSpPr/>
      </dsp:nvSpPr>
      <dsp:spPr>
        <a:xfrm>
          <a:off x="0" y="3558754"/>
          <a:ext cx="5175384" cy="39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Mobile application                                   </a:t>
          </a:r>
        </a:p>
      </dsp:txBody>
      <dsp:txXfrm>
        <a:off x="0" y="3558754"/>
        <a:ext cx="5175384" cy="395342"/>
      </dsp:txXfrm>
    </dsp:sp>
    <dsp:sp modelId="{27B459B0-C8D9-406F-8EA2-F64568151B30}">
      <dsp:nvSpPr>
        <dsp:cNvPr id="0" name=""/>
        <dsp:cNvSpPr/>
      </dsp:nvSpPr>
      <dsp:spPr>
        <a:xfrm>
          <a:off x="0" y="3954096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B351D-3CCC-4005-B418-6CD5B31F626A}">
      <dsp:nvSpPr>
        <dsp:cNvPr id="0" name=""/>
        <dsp:cNvSpPr/>
      </dsp:nvSpPr>
      <dsp:spPr>
        <a:xfrm>
          <a:off x="0" y="3954096"/>
          <a:ext cx="5175384" cy="39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Resume parsing                                       </a:t>
          </a:r>
        </a:p>
      </dsp:txBody>
      <dsp:txXfrm>
        <a:off x="0" y="3954096"/>
        <a:ext cx="5175384" cy="395342"/>
      </dsp:txXfrm>
    </dsp:sp>
    <dsp:sp modelId="{55689562-8756-4590-9392-CE33EFD3B24A}">
      <dsp:nvSpPr>
        <dsp:cNvPr id="0" name=""/>
        <dsp:cNvSpPr/>
      </dsp:nvSpPr>
      <dsp:spPr>
        <a:xfrm>
          <a:off x="0" y="434943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BE1C45-BF43-4676-9408-FA6051514407}">
      <dsp:nvSpPr>
        <dsp:cNvPr id="0" name=""/>
        <dsp:cNvSpPr/>
      </dsp:nvSpPr>
      <dsp:spPr>
        <a:xfrm>
          <a:off x="0" y="4349438"/>
          <a:ext cx="5175384" cy="39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TEST CREDENTIALS:</a:t>
          </a:r>
        </a:p>
      </dsp:txBody>
      <dsp:txXfrm>
        <a:off x="0" y="4349438"/>
        <a:ext cx="5175384" cy="395342"/>
      </dsp:txXfrm>
    </dsp:sp>
    <dsp:sp modelId="{007C1C34-A63D-4A58-9050-D4B46E822C0C}">
      <dsp:nvSpPr>
        <dsp:cNvPr id="0" name=""/>
        <dsp:cNvSpPr/>
      </dsp:nvSpPr>
      <dsp:spPr>
        <a:xfrm>
          <a:off x="0" y="47447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1EFB4E-7125-4C0A-B1AD-EA244D2F0274}">
      <dsp:nvSpPr>
        <dsp:cNvPr id="0" name=""/>
        <dsp:cNvSpPr/>
      </dsp:nvSpPr>
      <dsp:spPr>
        <a:xfrm>
          <a:off x="0" y="4744781"/>
          <a:ext cx="5175384" cy="39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Student: aarav@test.com / student123                   </a:t>
          </a:r>
        </a:p>
      </dsp:txBody>
      <dsp:txXfrm>
        <a:off x="0" y="4744781"/>
        <a:ext cx="5175384" cy="395342"/>
      </dsp:txXfrm>
    </dsp:sp>
    <dsp:sp modelId="{13032FC3-936E-451D-8185-2A3C72721524}">
      <dsp:nvSpPr>
        <dsp:cNvPr id="0" name=""/>
        <dsp:cNvSpPr/>
      </dsp:nvSpPr>
      <dsp:spPr>
        <a:xfrm>
          <a:off x="0" y="514012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0652D1-8258-4305-A091-507AB07D6141}">
      <dsp:nvSpPr>
        <dsp:cNvPr id="0" name=""/>
        <dsp:cNvSpPr/>
      </dsp:nvSpPr>
      <dsp:spPr>
        <a:xfrm>
          <a:off x="0" y="5140123"/>
          <a:ext cx="5175384" cy="39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Admin:   admin@test.com / admin123                     </a:t>
          </a:r>
        </a:p>
      </dsp:txBody>
      <dsp:txXfrm>
        <a:off x="0" y="5140123"/>
        <a:ext cx="5175384" cy="3953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klh.edu.i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201361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Review Meeting 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on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Campus Internship Tracker 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366277"/>
            <a:ext cx="8458200" cy="2895600"/>
          </a:xfrm>
        </p:spPr>
        <p:txBody>
          <a:bodyPr>
            <a:normAutofit fontScale="400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2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  </a:t>
            </a:r>
            <a:r>
              <a:rPr lang="en-US" sz="3300" dirty="0" err="1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Jawwad</a:t>
            </a: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roll 2420030075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  Anudeep                       roll 2420030148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  Sri </a:t>
            </a:r>
            <a:r>
              <a:rPr lang="en-US" sz="3300" dirty="0" err="1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charan</a:t>
            </a: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roll 2420030127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 </a:t>
            </a:r>
            <a:r>
              <a:rPr lang="en-US" sz="3300" dirty="0" err="1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Dhanusha</a:t>
            </a: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roll 2420030159</a:t>
            </a:r>
          </a:p>
          <a:p>
            <a:pPr>
              <a:lnSpc>
                <a:spcPct val="80000"/>
              </a:lnSpc>
              <a:defRPr/>
            </a:pP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Team Number: 8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33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13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33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34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Nirmalajyothi</a:t>
            </a:r>
            <a:endParaRPr lang="en-US" sz="34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Associate Professor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BED8D-5B4C-C6AD-A1A2-3B730E16187D}"/>
              </a:ext>
            </a:extLst>
          </p:cNvPr>
          <p:cNvSpPr txBox="1"/>
          <p:nvPr/>
        </p:nvSpPr>
        <p:spPr>
          <a:xfrm>
            <a:off x="349155" y="5257800"/>
            <a:ext cx="9144000" cy="136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1555"/>
              </a:spcBef>
              <a:spcAft>
                <a:spcPts val="800"/>
              </a:spcAft>
            </a:pP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Koneru </a:t>
            </a:r>
            <a:r>
              <a:rPr lang="en-GB" sz="2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Lakshmaiah</a:t>
            </a: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Education Foundation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(Deemed to be University </a:t>
            </a:r>
            <a:r>
              <a:rPr lang="en-GB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u/s. 3 of the UGC Act, 1956)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Off-Campus: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Bachupally-Gandimaisamma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Bowrampet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Hyderabad, Telangana - 500 043.</a:t>
            </a:r>
            <a:b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 No: 7815926816, </a:t>
            </a:r>
            <a:r>
              <a:rPr lang="en-GB" sz="1600" b="1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www.klh.edu.in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23E41-97D0-4F6C-49B5-B2194BF28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014" y="3969193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Reference platforms considered</a:t>
            </a:r>
            <a:endParaRPr lang="en-US" sz="4000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39851-D9C0-A33B-6D40-99E6F7DCA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524000" cy="6858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C9B4DF8C-9D5E-BF1F-F7EC-87B889F9C2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666642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39558-3DAD-272B-5CA3-14B0A3E7E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09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C51A0036-52E1-85DD-A8F2-C5148E4D77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04871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486DA3A-437C-0063-68E4-9592B54BFA1E}"/>
              </a:ext>
            </a:extLst>
          </p:cNvPr>
          <p:cNvSpPr txBox="1"/>
          <p:nvPr/>
        </p:nvSpPr>
        <p:spPr>
          <a:xfrm>
            <a:off x="381000" y="1066800"/>
            <a:ext cx="238123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3800" b="1" dirty="0"/>
              <a:t>PROBLEM AND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52488A-85CD-AB3F-6CFA-D3CF620C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12521-5D18-3AE3-CFBD-94ED2EED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pPr marL="0" indent="0"/>
            <a:r>
              <a:rPr lang="en-US" sz="4000" b="1"/>
              <a:t>PROJECT OVERVIEW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16AF5D-F740-815B-410D-F8AD0C19F9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371600" cy="609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FEB2947B-2B98-1B1C-14A5-93A63A8661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447467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0799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A8A46-CB7B-6564-F4CB-75268796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A858B02-6F23-0CE0-25DE-C218B7AD6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2900" b="1"/>
              <a:t>TECHNOLOGY STACK</a:t>
            </a:r>
            <a:br>
              <a:rPr lang="en-US" sz="2900" b="1"/>
            </a:br>
            <a:endParaRPr lang="en-US" sz="29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80AD5-163E-DB68-2056-49EE1F1D6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295400" cy="6858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3E972A65-022C-CFC3-9B6D-118912C63B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629805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99654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9F5BA9-1BD9-9B5B-2F31-1D5E87DE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2DCC5CF-BD46-D72A-27E4-CB9BA9D4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300" b="1"/>
              <a:t>KEY FEATURES</a:t>
            </a:r>
            <a:endParaRPr lang="en-US" sz="43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A09CE-DAD7-52FC-861A-08A399E89F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09FFD01F-CAFD-1437-C929-8C395B5C8E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568183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8133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A0219-72F6-E875-BE00-9DC12E32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6AD0D1-C48F-F8C2-40B0-E9727164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300" b="1"/>
              <a:t>CONCLUSION</a:t>
            </a:r>
            <a:endParaRPr lang="en-US" sz="33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B392D-6672-9401-8EB8-2E1BA4885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746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5CEF6398-A755-2F62-2FB5-1F28B7D04F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401397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10488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E8B206-A85E-FBE9-0209-EA36CCB6C3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44" r="11540"/>
          <a:stretch>
            <a:fillRect/>
          </a:stretch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03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1D3BFB-B96C-9E15-F527-6162C15B2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353629"/>
            <a:ext cx="8178799" cy="415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622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AFD332-78CB-293A-7546-D884CD03EA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333182"/>
            <a:ext cx="8178799" cy="419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7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1BB4EB-575C-B9E2-4885-8C929CDC0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353629"/>
            <a:ext cx="8178799" cy="415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510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6F51D9-9F53-8C83-D8B8-1E541CAF8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353629"/>
            <a:ext cx="8178799" cy="415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21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8F234D-49F3-B8F1-F7E9-9574BB312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353629"/>
            <a:ext cx="8178799" cy="415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15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A38E20-F598-598B-00F9-F524FC513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6007" y="643466"/>
            <a:ext cx="705198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51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0E28E5-8EFE-7FF7-9CB8-AA25909F30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333182"/>
            <a:ext cx="8178799" cy="419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98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F7EC24-1309-E73A-A1A4-B3422359C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322959"/>
            <a:ext cx="8178799" cy="421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89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FC4DFB-90D5-B91B-39CF-B2CC3BD067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333182"/>
            <a:ext cx="8178799" cy="419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414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C0DCBF-412E-9E19-5BD4-413C223E6E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343406"/>
            <a:ext cx="8178799" cy="417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43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5CE608-5C3E-0F07-73AB-C7E5BA66E0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016254"/>
            <a:ext cx="8178799" cy="482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912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80A3EC-FBEA-FBC1-E7B2-953AD3969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312736"/>
            <a:ext cx="8178799" cy="423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8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12075-789A-8ABC-0318-3539CA69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D8B799-1014-A270-C662-4E878FAC9288}"/>
              </a:ext>
            </a:extLst>
          </p:cNvPr>
          <p:cNvSpPr/>
          <p:nvPr/>
        </p:nvSpPr>
        <p:spPr>
          <a:xfrm>
            <a:off x="1143002" y="1999615"/>
            <a:ext cx="6858000" cy="2764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300" b="1" kern="120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Thank you</a:t>
            </a:r>
            <a:endParaRPr lang="en-US" sz="6300" b="1" kern="1200" cap="none" spc="0">
              <a:ln w="13462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1892</TotalTime>
  <Words>450</Words>
  <Application>Microsoft Office PowerPoint</Application>
  <PresentationFormat>On-screen Show (4:3)</PresentationFormat>
  <Paragraphs>97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Times New Roman</vt:lpstr>
      <vt:lpstr>Office Theme</vt:lpstr>
      <vt:lpstr> A Project Review Meeting    on  Campus Internship Tracker </vt:lpstr>
      <vt:lpstr>Reference platforms considered</vt:lpstr>
      <vt:lpstr> </vt:lpstr>
      <vt:lpstr>PROJECT OVERVIEW</vt:lpstr>
      <vt:lpstr>TECHNOLOGY STACK </vt:lpstr>
      <vt:lpstr>KEY FEATURES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Anudeep Garlapati</cp:lastModifiedBy>
  <cp:revision>202</cp:revision>
  <dcterms:created xsi:type="dcterms:W3CDTF">2006-08-16T00:00:00Z</dcterms:created>
  <dcterms:modified xsi:type="dcterms:W3CDTF">2026-04-06T06:26:17Z</dcterms:modified>
</cp:coreProperties>
</file>